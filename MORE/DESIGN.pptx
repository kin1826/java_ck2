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66" r:id="rId2"/>
    <p:sldId id="298" r:id="rId3"/>
    <p:sldId id="265" r:id="rId4"/>
    <p:sldId id="299" r:id="rId5"/>
    <p:sldId id="303" r:id="rId6"/>
    <p:sldId id="304" r:id="rId7"/>
    <p:sldId id="256" r:id="rId8"/>
    <p:sldId id="267" r:id="rId9"/>
    <p:sldId id="258" r:id="rId10"/>
    <p:sldId id="268" r:id="rId11"/>
    <p:sldId id="259" r:id="rId12"/>
    <p:sldId id="263" r:id="rId13"/>
    <p:sldId id="260" r:id="rId14"/>
    <p:sldId id="270" r:id="rId15"/>
    <p:sldId id="261" r:id="rId16"/>
    <p:sldId id="262" r:id="rId17"/>
    <p:sldId id="264" r:id="rId18"/>
    <p:sldId id="280" r:id="rId19"/>
    <p:sldId id="269" r:id="rId20"/>
    <p:sldId id="271" r:id="rId21"/>
    <p:sldId id="273" r:id="rId22"/>
    <p:sldId id="272" r:id="rId23"/>
    <p:sldId id="274" r:id="rId24"/>
    <p:sldId id="275" r:id="rId25"/>
    <p:sldId id="277" r:id="rId26"/>
    <p:sldId id="279" r:id="rId27"/>
    <p:sldId id="278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300" r:id="rId46"/>
    <p:sldId id="302" r:id="rId47"/>
    <p:sldId id="301" r:id="rId48"/>
    <p:sldId id="30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O" id="{D758E7ED-7503-408C-AA2B-9C528896D757}">
          <p14:sldIdLst>
            <p14:sldId id="266"/>
            <p14:sldId id="298"/>
          </p14:sldIdLst>
        </p14:section>
        <p14:section name="LOGIN - CREATE" id="{20CFC74A-B30C-449C-81D5-1373F730D0F8}">
          <p14:sldIdLst>
            <p14:sldId id="265"/>
            <p14:sldId id="299"/>
          </p14:sldIdLst>
        </p14:section>
        <p14:section name="CREATE ACC" id="{227EA0F8-57C1-4FCB-B301-52FAA69BAD2D}">
          <p14:sldIdLst>
            <p14:sldId id="303"/>
            <p14:sldId id="304"/>
          </p14:sldIdLst>
        </p14:section>
        <p14:section name="LIGHT" id="{6A11A570-1D62-46E3-B54E-FBF73EC55B07}">
          <p14:sldIdLst>
            <p14:sldId id="256"/>
            <p14:sldId id="267"/>
            <p14:sldId id="258"/>
            <p14:sldId id="268"/>
            <p14:sldId id="259"/>
            <p14:sldId id="263"/>
          </p14:sldIdLst>
        </p14:section>
        <p14:section name="DARK" id="{9EBA2C55-A8DB-4C4F-BC64-3341FD3C6CC1}">
          <p14:sldIdLst>
            <p14:sldId id="260"/>
            <p14:sldId id="270"/>
            <p14:sldId id="261"/>
            <p14:sldId id="262"/>
            <p14:sldId id="264"/>
            <p14:sldId id="280"/>
            <p14:sldId id="269"/>
            <p14:sldId id="271"/>
            <p14:sldId id="273"/>
            <p14:sldId id="272"/>
            <p14:sldId id="274"/>
            <p14:sldId id="275"/>
            <p14:sldId id="277"/>
            <p14:sldId id="279"/>
            <p14:sldId id="278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300"/>
            <p14:sldId id="302"/>
            <p14:sldId id="301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32A8"/>
    <a:srgbClr val="A66CD6"/>
    <a:srgbClr val="9C5ACE"/>
    <a:srgbClr val="404040"/>
    <a:srgbClr val="381850"/>
    <a:srgbClr val="595959"/>
    <a:srgbClr val="747474"/>
    <a:srgbClr val="0D0D0D"/>
    <a:srgbClr val="7030A0"/>
    <a:srgbClr val="2424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2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274" y="858"/>
      </p:cViewPr>
      <p:guideLst>
        <p:guide orient="horz" pos="2160"/>
        <p:guide pos="37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7B20E-3157-4D03-A56A-8AB34ED4AB8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1411C-A713-4B90-BD08-EC7458B25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1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1411C-A713-4B90-BD08-EC7458B257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27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2C6B-E7F2-0A1A-6808-1C3563DF8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24F28-5682-F3DA-67AA-4FF653ED1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5CB3E-8EBD-F1E7-3D56-5B65DC468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FD9FC-E69A-9948-5965-8BFACBFDF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1411C-A713-4B90-BD08-EC7458B257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0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0BEF-FFDB-8C69-371F-68FA3AA2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46078-5103-AC97-B7E0-D1D75ED10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1CAA9-0186-6EEC-F7E7-2C198B0FD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48C37-B207-C019-97E3-ADEE8E567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1411C-A713-4B90-BD08-EC7458B257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59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4BFEB-0C4E-79CE-E3F0-476D5B63D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D1934-BC30-30DD-AA36-D40BFEB39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C860C-82C7-2FCA-97B5-95CE0F24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1A886-4CBB-3771-4AD4-3EB98F01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9AD3A-2E4B-C597-5065-B19EAA1E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0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33F7-CA65-0C64-12A4-6F1BCC9B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B2B2D-EAD2-5CA2-8BE5-5B3CF4331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429A9-ECD7-47BE-C0C6-4FA9919F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B6540-7BCF-9D29-3B38-E3BBF8AD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FA9DD-1658-6F43-DBF2-CC889057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E0D0-9F17-D66E-91DA-CC3E84C62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A75E1-BF0C-459C-4237-414CBFD9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04B55-E251-41A5-AB6E-C7656AD3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65CE-DF0C-ACCB-CA80-CDDF7D23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D5FA1-1CD7-100A-F39B-41025DA6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1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46B92-A8C6-56A7-D001-20FEC086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7446-1BC5-85CB-1864-EB44AE336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939B2-B241-4689-6AD0-0149B01CB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A0C6-5234-7851-F7F2-EE44454DB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57A37-7D5A-094B-733D-E885A43F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C5DDB-A01A-5DC7-EAB5-05DD89F7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71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6793-B5C8-2681-EB6B-B756B6E2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646F6-50FD-D6E0-3614-B10E73320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F792A-7E15-EE1C-2CBF-792577DC2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9B5A5-E68A-A568-0A83-42D8A185B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8BEB1-7739-0338-047D-A6DD4C8A5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EC4AE-8693-0B2F-B14B-164FE860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4BCDD-4FF3-978D-E28B-B8B1D677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ACFF4-CBC1-BA37-E961-988EF0700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8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5D6B-50D3-14AF-4C78-C796DF6F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EC461-7E79-B8D9-47B8-42902917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7FDA9-8225-BEB6-3B03-D31E4503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F781D-2074-F7EF-2914-6A0DFF81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6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2B5BD-38FF-9470-2D13-5B9AA85C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4B986F-23BC-FD32-A5EF-8DB0FB37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0A0BC-16EA-241A-5132-CE5DF413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1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8624-3604-6BFF-6AB8-9724006A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F44C9-0545-D3CF-6780-A0F1997F0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F7874-5D9E-1931-187D-8357CF4DF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90ED8-049F-CC96-3E10-02261E80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561B0-0815-A8C7-43F9-23CF7101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8FA5D-315A-ADCD-FD71-2E67D85D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6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EFFC-D33A-A99C-1530-6612FC1E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81783-009F-0F5E-5FE5-600363047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DF04E-999F-1A68-FD41-F5443E913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975E7-BF15-B11D-A42E-34853F5C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FB7DD-B155-84B5-5C9B-B53E3994C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C67A9-11C5-C111-75B8-09AD0E23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B68D-8DD2-D8E9-58CB-82150A85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73E41-417F-308A-1CED-324C40B44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9AFD0-EB3E-4747-9A38-D0E8341F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451F9-90A7-6831-1104-66E580CB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DF148-183E-17A9-9540-A1004E52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5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E2669-63AB-6FD5-7F9A-E4CAD4276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78C4F-9A65-0B89-E09A-451A69074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A312D-6929-E727-4815-499068B8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07884-D3EF-DCBD-6994-C320A89D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C6694-C256-F5BF-1A50-594FF4E8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5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482FD-0687-B983-5434-E0AE850F4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F2545-F700-9D74-8A6C-A1DC382A8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1F76-2808-1260-1DB7-DA6AEDD83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3B21F-2F9B-4E3D-9C17-73928FE9BB7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AE9B-D4C4-569D-B965-D3366754F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1C562-DDD0-67BA-6A9E-D306E3FC6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614B6-90DA-481D-BEF3-09C7CF98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7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6.svg"/><Relationship Id="rId21" Type="http://schemas.openxmlformats.org/officeDocument/2006/relationships/image" Target="../media/image26.svg"/><Relationship Id="rId34" Type="http://schemas.openxmlformats.org/officeDocument/2006/relationships/image" Target="../media/image39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svg"/><Relationship Id="rId41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svg"/><Relationship Id="rId40" Type="http://schemas.openxmlformats.org/officeDocument/2006/relationships/image" Target="../media/image43.pn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31" Type="http://schemas.openxmlformats.org/officeDocument/2006/relationships/image" Target="../media/image36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svg"/><Relationship Id="rId30" Type="http://schemas.openxmlformats.org/officeDocument/2006/relationships/image" Target="../media/image35.png"/><Relationship Id="rId35" Type="http://schemas.openxmlformats.org/officeDocument/2006/relationships/image" Target="../media/image40.svg"/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30.svg"/><Relationship Id="rId33" Type="http://schemas.openxmlformats.org/officeDocument/2006/relationships/image" Target="../media/image38.svg"/><Relationship Id="rId38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6.svg"/><Relationship Id="rId21" Type="http://schemas.openxmlformats.org/officeDocument/2006/relationships/image" Target="../media/image26.svg"/><Relationship Id="rId34" Type="http://schemas.openxmlformats.org/officeDocument/2006/relationships/image" Target="../media/image39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svg"/><Relationship Id="rId41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svg"/><Relationship Id="rId40" Type="http://schemas.openxmlformats.org/officeDocument/2006/relationships/image" Target="../media/image43.pn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31" Type="http://schemas.openxmlformats.org/officeDocument/2006/relationships/image" Target="../media/image36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svg"/><Relationship Id="rId30" Type="http://schemas.openxmlformats.org/officeDocument/2006/relationships/image" Target="../media/image35.png"/><Relationship Id="rId35" Type="http://schemas.openxmlformats.org/officeDocument/2006/relationships/image" Target="../media/image40.svg"/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30.svg"/><Relationship Id="rId33" Type="http://schemas.openxmlformats.org/officeDocument/2006/relationships/image" Target="../media/image38.svg"/><Relationship Id="rId38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45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8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12.svg"/><Relationship Id="rId21" Type="http://schemas.openxmlformats.org/officeDocument/2006/relationships/image" Target="../media/image30.svg"/><Relationship Id="rId34" Type="http://schemas.openxmlformats.org/officeDocument/2006/relationships/image" Target="../media/image47.png"/><Relationship Id="rId7" Type="http://schemas.openxmlformats.org/officeDocument/2006/relationships/image" Target="../media/image16.svg"/><Relationship Id="rId2" Type="http://schemas.openxmlformats.org/officeDocument/2006/relationships/image" Target="../media/image7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svg"/><Relationship Id="rId41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50.svg"/><Relationship Id="rId40" Type="http://schemas.openxmlformats.org/officeDocument/2006/relationships/image" Target="../media/image13.png"/><Relationship Id="rId5" Type="http://schemas.openxmlformats.org/officeDocument/2006/relationships/image" Target="../media/image10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49.pn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31" Type="http://schemas.openxmlformats.org/officeDocument/2006/relationships/image" Target="../media/image40.svg"/><Relationship Id="rId4" Type="http://schemas.openxmlformats.org/officeDocument/2006/relationships/image" Target="../media/image9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8.svg"/><Relationship Id="rId8" Type="http://schemas.openxmlformats.org/officeDocument/2006/relationships/image" Target="../media/image17.png"/><Relationship Id="rId3" Type="http://schemas.openxmlformats.org/officeDocument/2006/relationships/image" Target="../media/image8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svg"/><Relationship Id="rId21" Type="http://schemas.openxmlformats.org/officeDocument/2006/relationships/image" Target="../media/image30.svg"/><Relationship Id="rId34" Type="http://schemas.openxmlformats.org/officeDocument/2006/relationships/image" Target="../media/image11.png"/><Relationship Id="rId42" Type="http://schemas.openxmlformats.org/officeDocument/2006/relationships/image" Target="../media/image51.png"/><Relationship Id="rId7" Type="http://schemas.openxmlformats.org/officeDocument/2006/relationships/image" Target="../media/image16.svg"/><Relationship Id="rId2" Type="http://schemas.openxmlformats.org/officeDocument/2006/relationships/image" Target="../media/image7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svg"/><Relationship Id="rId41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14.svg"/><Relationship Id="rId40" Type="http://schemas.openxmlformats.org/officeDocument/2006/relationships/image" Target="../media/image49.png"/><Relationship Id="rId5" Type="http://schemas.openxmlformats.org/officeDocument/2006/relationships/image" Target="../media/image10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13.pn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31" Type="http://schemas.openxmlformats.org/officeDocument/2006/relationships/image" Target="../media/image40.svg"/><Relationship Id="rId4" Type="http://schemas.openxmlformats.org/officeDocument/2006/relationships/image" Target="../media/image9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12.svg"/><Relationship Id="rId43" Type="http://schemas.openxmlformats.org/officeDocument/2006/relationships/image" Target="../media/image52.svg"/><Relationship Id="rId8" Type="http://schemas.openxmlformats.org/officeDocument/2006/relationships/image" Target="../media/image17.png"/><Relationship Id="rId3" Type="http://schemas.openxmlformats.org/officeDocument/2006/relationships/image" Target="../media/image8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sv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svg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1F9BAF-689D-B700-0866-F873529F9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150" y="864232"/>
            <a:ext cx="5365482" cy="5349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97C13D-0218-5549-894B-DCC834292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68" y="889000"/>
            <a:ext cx="5292669" cy="532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1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D9B42-9D34-D29A-CCDE-F04058DB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63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5581276-50E0-8375-4AA0-8D5BABD0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"/>
          <a:stretch/>
        </p:blipFill>
        <p:spPr>
          <a:xfrm>
            <a:off x="7334250" y="0"/>
            <a:ext cx="485775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1A1FAA-DE7A-5327-D3DC-6E8E1DC16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69" b="89866" l="9867" r="89943">
                        <a14:foregroundMark x1="42125" y1="9369" x2="42125" y2="9369"/>
                      </a14:backgroundRemoval>
                    </a14:imgEffect>
                  </a14:imgLayer>
                </a14:imgProps>
              </a:ext>
            </a:extLst>
          </a:blip>
          <a:srcRect l="1" r="3191" b="3965"/>
          <a:stretch/>
        </p:blipFill>
        <p:spPr>
          <a:xfrm>
            <a:off x="9035447" y="524191"/>
            <a:ext cx="1444498" cy="142208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FC878C-E6CD-AE2F-97A3-A7C822217C0F}"/>
              </a:ext>
            </a:extLst>
          </p:cNvPr>
          <p:cNvSpPr/>
          <p:nvPr/>
        </p:nvSpPr>
        <p:spPr>
          <a:xfrm>
            <a:off x="7911643" y="3275702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điện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thoại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thoại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8E9907-9DD2-E3AD-11E6-E831577A82F6}"/>
              </a:ext>
            </a:extLst>
          </p:cNvPr>
          <p:cNvSpPr/>
          <p:nvPr/>
        </p:nvSpPr>
        <p:spPr>
          <a:xfrm>
            <a:off x="7911643" y="3888178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Mật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khẩu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Mật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khẩu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B5686-A272-FC99-E977-C6A4EC131D71}"/>
              </a:ext>
            </a:extLst>
          </p:cNvPr>
          <p:cNvSpPr txBox="1"/>
          <p:nvPr/>
        </p:nvSpPr>
        <p:spPr>
          <a:xfrm>
            <a:off x="8761345" y="2588579"/>
            <a:ext cx="1992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</a:rPr>
              <a:t>Đăng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nhập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9" name="Graphic 18" descr="Eye with solid fill">
            <a:extLst>
              <a:ext uri="{FF2B5EF4-FFF2-40B4-BE49-F238E27FC236}">
                <a16:creationId xmlns:a16="http://schemas.microsoft.com/office/drawing/2014/main" id="{E63E455D-5E54-A16A-13C5-D004D04B3D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6259" y="3919374"/>
            <a:ext cx="386179" cy="38617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93076C-6A79-FA31-8585-755DCA8FAAE1}"/>
              </a:ext>
            </a:extLst>
          </p:cNvPr>
          <p:cNvCxnSpPr/>
          <p:nvPr/>
        </p:nvCxnSpPr>
        <p:spPr>
          <a:xfrm flipH="1">
            <a:off x="11154199" y="4005238"/>
            <a:ext cx="270298" cy="214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Graphic 20" descr="Eye with solid fill">
            <a:extLst>
              <a:ext uri="{FF2B5EF4-FFF2-40B4-BE49-F238E27FC236}">
                <a16:creationId xmlns:a16="http://schemas.microsoft.com/office/drawing/2014/main" id="{5F08DEE3-CBF8-25F4-911D-37983D479F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20545" y="3919374"/>
            <a:ext cx="386179" cy="386179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85F5D1-25C6-2340-93A3-C61010E56F2C}"/>
              </a:ext>
            </a:extLst>
          </p:cNvPr>
          <p:cNvSpPr/>
          <p:nvPr/>
        </p:nvSpPr>
        <p:spPr>
          <a:xfrm>
            <a:off x="8624221" y="4924516"/>
            <a:ext cx="2266950" cy="4485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Đăng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37DDE5-30FD-5B54-92C7-8D90985D70EB}"/>
              </a:ext>
            </a:extLst>
          </p:cNvPr>
          <p:cNvSpPr txBox="1"/>
          <p:nvPr/>
        </p:nvSpPr>
        <p:spPr>
          <a:xfrm>
            <a:off x="6780445" y="4312040"/>
            <a:ext cx="4110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Bạn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chưa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có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tài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khoản</a:t>
            </a:r>
            <a:r>
              <a:rPr lang="en-US" sz="1100" u="sng">
                <a:solidFill>
                  <a:schemeClr val="tx2">
                    <a:lumMod val="25000"/>
                    <a:lumOff val="75000"/>
                  </a:schemeClr>
                </a:solidFill>
              </a:rPr>
              <a:t> ?b</a:t>
            </a:r>
            <a:endParaRPr lang="en-US" sz="1100" u="sng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4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A0C3-6F2B-264C-4905-96D8D14A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46CDFB-71B4-0918-5E08-654CD0896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"/>
          <a:stretch/>
        </p:blipFill>
        <p:spPr>
          <a:xfrm>
            <a:off x="7334250" y="0"/>
            <a:ext cx="485775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10FAE2-F765-E4F5-B87A-2D875599D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69" b="89866" l="9867" r="89943">
                        <a14:foregroundMark x1="42125" y1="9369" x2="42125" y2="9369"/>
                      </a14:backgroundRemoval>
                    </a14:imgEffect>
                  </a14:imgLayer>
                </a14:imgProps>
              </a:ext>
            </a:extLst>
          </a:blip>
          <a:srcRect l="1" r="3191" b="3965"/>
          <a:stretch/>
        </p:blipFill>
        <p:spPr>
          <a:xfrm>
            <a:off x="9035447" y="524191"/>
            <a:ext cx="1444498" cy="142208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D56EAC4-3B8F-2BEA-B7C8-09A8D196B6E6}"/>
              </a:ext>
            </a:extLst>
          </p:cNvPr>
          <p:cNvSpPr/>
          <p:nvPr/>
        </p:nvSpPr>
        <p:spPr>
          <a:xfrm>
            <a:off x="7911643" y="3275702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điện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thoại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thoại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5713F8-A89F-88A5-1B66-AF5192AEDB97}"/>
              </a:ext>
            </a:extLst>
          </p:cNvPr>
          <p:cNvSpPr/>
          <p:nvPr/>
        </p:nvSpPr>
        <p:spPr>
          <a:xfrm>
            <a:off x="7911643" y="3888178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Mật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khẩu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Mật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khẩu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9" name="Graphic 18" descr="Eye with solid fill">
            <a:extLst>
              <a:ext uri="{FF2B5EF4-FFF2-40B4-BE49-F238E27FC236}">
                <a16:creationId xmlns:a16="http://schemas.microsoft.com/office/drawing/2014/main" id="{88BC6520-C2C5-C863-8DE9-6744B954D7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6259" y="3919374"/>
            <a:ext cx="386179" cy="38617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5D2970-F06A-FC10-BA0C-91D1896C83E9}"/>
              </a:ext>
            </a:extLst>
          </p:cNvPr>
          <p:cNvCxnSpPr/>
          <p:nvPr/>
        </p:nvCxnSpPr>
        <p:spPr>
          <a:xfrm flipH="1">
            <a:off x="11154199" y="4005238"/>
            <a:ext cx="270298" cy="214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Graphic 20" descr="Eye with solid fill">
            <a:extLst>
              <a:ext uri="{FF2B5EF4-FFF2-40B4-BE49-F238E27FC236}">
                <a16:creationId xmlns:a16="http://schemas.microsoft.com/office/drawing/2014/main" id="{61B43E95-310B-A487-3C02-5D1E8EA81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20545" y="3919374"/>
            <a:ext cx="386179" cy="386179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021955-5421-EE98-611E-D53A7D89FDCC}"/>
              </a:ext>
            </a:extLst>
          </p:cNvPr>
          <p:cNvSpPr/>
          <p:nvPr/>
        </p:nvSpPr>
        <p:spPr>
          <a:xfrm>
            <a:off x="8624221" y="4924516"/>
            <a:ext cx="2266950" cy="4485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Đăng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9FDD12-F4A5-7DFB-F60C-4A7B68750F01}"/>
              </a:ext>
            </a:extLst>
          </p:cNvPr>
          <p:cNvSpPr txBox="1"/>
          <p:nvPr/>
        </p:nvSpPr>
        <p:spPr>
          <a:xfrm>
            <a:off x="6780445" y="4312040"/>
            <a:ext cx="4110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Bạn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chưa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có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tài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100" u="sng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khoản</a:t>
            </a:r>
            <a:r>
              <a:rPr lang="en-US" sz="1100" u="sng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FD0A3B6-8033-27CE-8256-F0D66B1C4A96}"/>
              </a:ext>
            </a:extLst>
          </p:cNvPr>
          <p:cNvGrpSpPr/>
          <p:nvPr/>
        </p:nvGrpSpPr>
        <p:grpSpPr>
          <a:xfrm>
            <a:off x="0" y="0"/>
            <a:ext cx="4857750" cy="6858000"/>
            <a:chOff x="2199598" y="0"/>
            <a:chExt cx="485775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9E803FB-C71F-6447-E32B-D9CC6B9F4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4"/>
            <a:stretch/>
          </p:blipFill>
          <p:spPr>
            <a:xfrm>
              <a:off x="2199598" y="0"/>
              <a:ext cx="4857750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C3ACCF-736A-ABC7-BFC3-36F9BF771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369" b="89866" l="9867" r="89943">
                          <a14:foregroundMark x1="42125" y1="9369" x2="42125" y2="9369"/>
                        </a14:backgroundRemoval>
                      </a14:imgEffect>
                    </a14:imgLayer>
                  </a14:imgProps>
                </a:ext>
              </a:extLst>
            </a:blip>
            <a:srcRect l="1" r="3191" b="3965"/>
            <a:stretch/>
          </p:blipFill>
          <p:spPr>
            <a:xfrm>
              <a:off x="3900795" y="524191"/>
              <a:ext cx="1444498" cy="1422084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589B47E-E2E6-6E1C-E80D-A0AD9EEB6DE4}"/>
              </a:ext>
            </a:extLst>
          </p:cNvPr>
          <p:cNvSpPr txBox="1"/>
          <p:nvPr/>
        </p:nvSpPr>
        <p:spPr>
          <a:xfrm>
            <a:off x="1290940" y="2023913"/>
            <a:ext cx="2265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</a:rPr>
              <a:t>Đăng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nhập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907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6AB6-751F-FE6D-3DB0-4B92F7AB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2E007B-0460-B2EE-5DBE-83403EE87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"/>
          <a:stretch/>
        </p:blipFill>
        <p:spPr>
          <a:xfrm>
            <a:off x="0" y="0"/>
            <a:ext cx="485775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A64ADA-5B7F-3AFD-A4A7-FF1558B62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69" b="89866" l="9867" r="89943">
                        <a14:foregroundMark x1="42125" y1="9369" x2="42125" y2="9369"/>
                      </a14:backgroundRemoval>
                    </a14:imgEffect>
                  </a14:imgLayer>
                </a14:imgProps>
              </a:ext>
            </a:extLst>
          </a:blip>
          <a:srcRect l="1" r="3191" b="3965"/>
          <a:stretch/>
        </p:blipFill>
        <p:spPr>
          <a:xfrm>
            <a:off x="1706626" y="524191"/>
            <a:ext cx="1444498" cy="142208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EEDCF7-7E4B-0FDF-A1FB-E24C62700AF6}"/>
              </a:ext>
            </a:extLst>
          </p:cNvPr>
          <p:cNvSpPr/>
          <p:nvPr/>
        </p:nvSpPr>
        <p:spPr>
          <a:xfrm>
            <a:off x="725840" y="3275702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điện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thoại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thoại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859105-8538-2A14-6627-141AC531873C}"/>
              </a:ext>
            </a:extLst>
          </p:cNvPr>
          <p:cNvSpPr/>
          <p:nvPr/>
        </p:nvSpPr>
        <p:spPr>
          <a:xfrm>
            <a:off x="725840" y="3888178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Mật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khẩu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Mật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khẩu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3FE3CC-E27D-6B3E-0B12-CF290628AB3D}"/>
              </a:ext>
            </a:extLst>
          </p:cNvPr>
          <p:cNvSpPr txBox="1"/>
          <p:nvPr/>
        </p:nvSpPr>
        <p:spPr>
          <a:xfrm>
            <a:off x="1432524" y="2087768"/>
            <a:ext cx="1992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</a:rPr>
              <a:t>Đăng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vi-VN" sz="2800" dirty="0">
                <a:solidFill>
                  <a:schemeClr val="bg1"/>
                </a:solidFill>
              </a:rPr>
              <a:t>kí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9" name="Graphic 18" descr="Eye with solid fill">
            <a:extLst>
              <a:ext uri="{FF2B5EF4-FFF2-40B4-BE49-F238E27FC236}">
                <a16:creationId xmlns:a16="http://schemas.microsoft.com/office/drawing/2014/main" id="{D1726785-25CD-CDEC-C714-5816A7E63D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0456" y="3919374"/>
            <a:ext cx="386179" cy="38617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1C5F3B-3A99-B573-81AC-94B817E21257}"/>
              </a:ext>
            </a:extLst>
          </p:cNvPr>
          <p:cNvCxnSpPr/>
          <p:nvPr/>
        </p:nvCxnSpPr>
        <p:spPr>
          <a:xfrm flipH="1">
            <a:off x="3968396" y="4005238"/>
            <a:ext cx="270298" cy="214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Graphic 20" descr="Eye with solid fill">
            <a:extLst>
              <a:ext uri="{FF2B5EF4-FFF2-40B4-BE49-F238E27FC236}">
                <a16:creationId xmlns:a16="http://schemas.microsoft.com/office/drawing/2014/main" id="{87D073A0-6457-3CBB-3564-1D8550CE08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4742" y="3919374"/>
            <a:ext cx="386179" cy="386179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4C16A1-A6A3-82AC-2E1D-E57020DB3BDD}"/>
              </a:ext>
            </a:extLst>
          </p:cNvPr>
          <p:cNvSpPr/>
          <p:nvPr/>
        </p:nvSpPr>
        <p:spPr>
          <a:xfrm>
            <a:off x="1438418" y="5885236"/>
            <a:ext cx="2266950" cy="4485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Đăng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kí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C5FDBA-DFC1-B867-0E17-89664DD186C9}"/>
              </a:ext>
            </a:extLst>
          </p:cNvPr>
          <p:cNvSpPr/>
          <p:nvPr/>
        </p:nvSpPr>
        <p:spPr>
          <a:xfrm>
            <a:off x="727060" y="2634952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điện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thoại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thoại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00ACF3-AE17-F9B5-F756-2B5110E89B97}"/>
              </a:ext>
            </a:extLst>
          </p:cNvPr>
          <p:cNvSpPr/>
          <p:nvPr/>
        </p:nvSpPr>
        <p:spPr>
          <a:xfrm>
            <a:off x="2743200" y="4997690"/>
            <a:ext cx="1674746" cy="4485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Gửi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mã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41A74D-0ED9-3ED8-B4C3-F905FCD61884}"/>
              </a:ext>
            </a:extLst>
          </p:cNvPr>
          <p:cNvSpPr/>
          <p:nvPr/>
        </p:nvSpPr>
        <p:spPr>
          <a:xfrm>
            <a:off x="725840" y="4997690"/>
            <a:ext cx="167474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916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5186-B072-A903-A079-A67E982BA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110842-378A-ABDA-7BF7-50A41710C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"/>
          <a:stretch/>
        </p:blipFill>
        <p:spPr>
          <a:xfrm>
            <a:off x="0" y="0"/>
            <a:ext cx="485775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D6C913-406B-7AB7-3DF3-19D4F6E86110}"/>
              </a:ext>
            </a:extLst>
          </p:cNvPr>
          <p:cNvSpPr/>
          <p:nvPr/>
        </p:nvSpPr>
        <p:spPr>
          <a:xfrm>
            <a:off x="0" y="5016"/>
            <a:ext cx="4857750" cy="167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5AC014-4527-FDEF-1FB8-7F53E7063D23}"/>
              </a:ext>
            </a:extLst>
          </p:cNvPr>
          <p:cNvSpPr/>
          <p:nvPr/>
        </p:nvSpPr>
        <p:spPr>
          <a:xfrm>
            <a:off x="554533" y="2564712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Họ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tên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B07162-BD2F-6710-7D33-5D876AFC1CA7}"/>
              </a:ext>
            </a:extLst>
          </p:cNvPr>
          <p:cNvSpPr/>
          <p:nvPr/>
        </p:nvSpPr>
        <p:spPr>
          <a:xfrm>
            <a:off x="554533" y="3137259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Ngày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B2299D-11AF-5C4B-0C01-EEE4C4517A76}"/>
              </a:ext>
            </a:extLst>
          </p:cNvPr>
          <p:cNvSpPr/>
          <p:nvPr/>
        </p:nvSpPr>
        <p:spPr>
          <a:xfrm>
            <a:off x="1438418" y="6384010"/>
            <a:ext cx="2266950" cy="4485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Đăng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kí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3570DD-3522-7746-AD73-B506CC6E9180}"/>
              </a:ext>
            </a:extLst>
          </p:cNvPr>
          <p:cNvSpPr/>
          <p:nvPr/>
        </p:nvSpPr>
        <p:spPr>
          <a:xfrm>
            <a:off x="423591" y="981028"/>
            <a:ext cx="1452329" cy="142229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74367F-2DD5-ADAD-97A0-52D2400AC0B8}"/>
              </a:ext>
            </a:extLst>
          </p:cNvPr>
          <p:cNvSpPr/>
          <p:nvPr/>
        </p:nvSpPr>
        <p:spPr>
          <a:xfrm>
            <a:off x="554532" y="4598335"/>
            <a:ext cx="3692105" cy="1555577"/>
          </a:xfrm>
          <a:prstGeom prst="roundRect">
            <a:avLst>
              <a:gd name="adj" fmla="val 10028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423E21-5609-E92D-BCBD-CE48CADEC51B}"/>
              </a:ext>
            </a:extLst>
          </p:cNvPr>
          <p:cNvSpPr/>
          <p:nvPr/>
        </p:nvSpPr>
        <p:spPr>
          <a:xfrm>
            <a:off x="554533" y="3709806"/>
            <a:ext cx="3692106" cy="44857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Biệt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danh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8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48E225-09C1-1A02-02A1-36B6B9EFD1BF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44D784FE-EC45-E1FA-D048-710F10191BCD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B96DB5-8B29-0DED-7440-6A4169571F28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EEADFE-789D-366C-01D5-943C3018C75A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F30714-B7BF-6DA0-8FBD-C415DC50AB68}"/>
              </a:ext>
            </a:extLst>
          </p:cNvPr>
          <p:cNvSpPr/>
          <p:nvPr/>
        </p:nvSpPr>
        <p:spPr>
          <a:xfrm>
            <a:off x="3455494" y="65315"/>
            <a:ext cx="8663445" cy="6718040"/>
          </a:xfrm>
          <a:prstGeom prst="roundRect">
            <a:avLst>
              <a:gd name="adj" fmla="val 14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1515DE-5021-FEF8-4F5A-04227ECD683A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75731DC-A849-C1D7-922C-EE65D37F8740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0A081-D476-3E5C-43E5-87A9D3E328C3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Trần Văn Bằng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FA860F-F706-53BD-925C-5E1B39A2B8F5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(Trạng thái)</a:t>
            </a:r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60E68F-1F6E-213E-6415-1D2D88EEAD81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BC63E-F01A-AC6B-9FE5-4D3FA0CB8B6B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B04C945-8E48-5A3A-B03F-A73CC9EF53C5}"/>
              </a:ext>
            </a:extLst>
          </p:cNvPr>
          <p:cNvSpPr/>
          <p:nvPr/>
        </p:nvSpPr>
        <p:spPr>
          <a:xfrm>
            <a:off x="3452325" y="584992"/>
            <a:ext cx="8663445" cy="5644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D9CABA-6F23-89F8-5C7B-D0AE5EE9BC70}"/>
              </a:ext>
            </a:extLst>
          </p:cNvPr>
          <p:cNvCxnSpPr/>
          <p:nvPr/>
        </p:nvCxnSpPr>
        <p:spPr>
          <a:xfrm>
            <a:off x="3452326" y="588816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4B7028-3B14-2836-D219-33E7E1F8FAB0}"/>
              </a:ext>
            </a:extLst>
          </p:cNvPr>
          <p:cNvCxnSpPr/>
          <p:nvPr/>
        </p:nvCxnSpPr>
        <p:spPr>
          <a:xfrm>
            <a:off x="3452326" y="6226634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2CB9E4-7CF3-315A-BCF0-0BABBCD7D186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tx1"/>
                </a:solidFill>
              </a:rPr>
              <a:t>🔍 </a:t>
            </a:r>
            <a:r>
              <a:rPr lang="vi-VN" sz="1400" dirty="0">
                <a:solidFill>
                  <a:schemeClr val="tx1"/>
                </a:solidFill>
              </a:rPr>
              <a:t>Tìm kiếm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A5ED52-A28E-6D28-8B11-58CF7376C572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06C3F0-E739-6A97-A242-A1CCD3CBB80F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B04110-DBA1-573F-8926-23D47FB1B06A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C34E0A-335C-858D-D686-C69F624FA1A9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EB5207-61BC-8C85-9441-8AD2B8B5B0C7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/>
              <a:t>Bạn: abcefghik</a:t>
            </a:r>
            <a:endParaRPr lang="en-US" sz="11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3B69813-EE74-664E-0B01-9B5DE3C33B75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27D933-F6F7-2B3E-4B8D-2C1356E2632A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93191BA-3460-2B0E-D7A1-6C18D7B33483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F9E6D8-A5A4-D380-163B-519963E107FB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C7F9ED-0A07-D6FF-87E3-A5812C09DC56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/>
              <a:t>abcefghik</a:t>
            </a:r>
            <a:endParaRPr lang="en-US" sz="11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B799B39-51BD-96CD-D031-83ACFB81C2BA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3AB80C8-93EF-7C11-81AE-82EE32D00419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KinKen</a:t>
            </a:r>
            <a:r>
              <a:rPr lang="en-US" dirty="0">
                <a:solidFill>
                  <a:schemeClr val="tx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4F8C52A-0541-6EFB-211B-4738FF90E7E5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0E642B5-70FF-5127-BDF3-F15968FC4373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CFD10BC-D851-B16F-7D02-3CB964D2EDCE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65C1295-7C40-671C-3061-BD698EADD530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735EA65-C5E5-0479-74EF-F4890C3C34C4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E73EAE0-DA06-91CD-3298-91CB64F9486B}"/>
              </a:ext>
            </a:extLst>
          </p:cNvPr>
          <p:cNvSpPr/>
          <p:nvPr/>
        </p:nvSpPr>
        <p:spPr>
          <a:xfrm>
            <a:off x="817763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22562DA-9C10-004E-93CB-A3F35ADB9212}"/>
              </a:ext>
            </a:extLst>
          </p:cNvPr>
          <p:cNvSpPr/>
          <p:nvPr/>
        </p:nvSpPr>
        <p:spPr>
          <a:xfrm>
            <a:off x="1173207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91E6F72-DCA6-3836-3399-848836BB56FD}"/>
              </a:ext>
            </a:extLst>
          </p:cNvPr>
          <p:cNvSpPr/>
          <p:nvPr/>
        </p:nvSpPr>
        <p:spPr>
          <a:xfrm>
            <a:off x="1064091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0EA8B28-CE42-4C6D-F70B-2AE46A238AA6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B3CFFD-6B4E-459B-C255-309611EDA787}"/>
              </a:ext>
            </a:extLst>
          </p:cNvPr>
          <p:cNvSpPr txBox="1"/>
          <p:nvPr/>
        </p:nvSpPr>
        <p:spPr>
          <a:xfrm>
            <a:off x="6790336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Hôm</a:t>
            </a:r>
            <a:r>
              <a:rPr lang="en-US" sz="1200" dirty="0"/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52AFF38-BAC0-A27C-761E-589F2714017D}"/>
              </a:ext>
            </a:extLst>
          </p:cNvPr>
          <p:cNvSpPr/>
          <p:nvPr/>
        </p:nvSpPr>
        <p:spPr>
          <a:xfrm>
            <a:off x="1196339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65BAAB8-A152-BB90-12A4-93CF63027263}"/>
              </a:ext>
            </a:extLst>
          </p:cNvPr>
          <p:cNvSpPr/>
          <p:nvPr/>
        </p:nvSpPr>
        <p:spPr>
          <a:xfrm>
            <a:off x="1198522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2FC2F1A9-7A88-C755-E805-2DE07728E8CB}"/>
              </a:ext>
            </a:extLst>
          </p:cNvPr>
          <p:cNvSpPr/>
          <p:nvPr/>
        </p:nvSpPr>
        <p:spPr>
          <a:xfrm>
            <a:off x="1197611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E5B4AA24-5FF2-9F75-E656-925F59B2FDE6}"/>
              </a:ext>
            </a:extLst>
          </p:cNvPr>
          <p:cNvSpPr/>
          <p:nvPr/>
        </p:nvSpPr>
        <p:spPr>
          <a:xfrm rot="10800000">
            <a:off x="1197702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1963151-1979-027D-FD75-A982B08F49EE}"/>
              </a:ext>
            </a:extLst>
          </p:cNvPr>
          <p:cNvSpPr/>
          <p:nvPr/>
        </p:nvSpPr>
        <p:spPr>
          <a:xfrm>
            <a:off x="11642850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D67E87A-901F-D12A-641D-25952880B521}"/>
              </a:ext>
            </a:extLst>
          </p:cNvPr>
          <p:cNvSpPr/>
          <p:nvPr/>
        </p:nvSpPr>
        <p:spPr>
          <a:xfrm>
            <a:off x="11246821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77179D4-F7CA-E5F3-399B-6CAC78915449}"/>
              </a:ext>
            </a:extLst>
          </p:cNvPr>
          <p:cNvSpPr/>
          <p:nvPr/>
        </p:nvSpPr>
        <p:spPr>
          <a:xfrm>
            <a:off x="1085017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8A3D666-2943-53F4-D22A-E8F35CD431DD}"/>
              </a:ext>
            </a:extLst>
          </p:cNvPr>
          <p:cNvSpPr/>
          <p:nvPr/>
        </p:nvSpPr>
        <p:spPr>
          <a:xfrm>
            <a:off x="10454149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938503FA-757E-AA54-33C1-3FEEFFA17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8752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9DD3FDA4-B8D7-0BDF-7A60-8805DF93E3AA}"/>
              </a:ext>
            </a:extLst>
          </p:cNvPr>
          <p:cNvGrpSpPr/>
          <p:nvPr/>
        </p:nvGrpSpPr>
        <p:grpSpPr>
          <a:xfrm>
            <a:off x="10885001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F5B00C85-3772-FB70-A81E-F8A13D128FAE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2FFEC646-8142-BC47-F8EF-548552D4BC07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14CC456D-CA9B-8E38-1FDF-A31B995BA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7125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DEB718F7-9DDB-F298-87CE-2B2706FF9F44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43D62411-5B4E-BFEB-FE4A-B5CB5371F4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B8989766-6FCB-3528-1E6F-B0B0ECC1CC04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6CBB785-96D2-126D-53A7-900D464F900E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0DD18F3A-EECF-5396-DC53-565400A145FC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092E51B6-6336-5BA4-0180-4FE173B427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48B7EA1-5BB9-9EF9-2ED1-1C57507ECE30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953CC66B-F505-52BE-0DFD-101079D1F2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F773110-8E99-B4C6-8658-2F4BE9E0CAF6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E1072D5-A44D-7910-BEFE-D06E8C66E82F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75A6C88F-8DAD-C622-964A-64F4D7BABD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B438656-72EC-3342-DEB1-DB22C4CE5FE4}"/>
              </a:ext>
            </a:extLst>
          </p:cNvPr>
          <p:cNvSpPr/>
          <p:nvPr/>
        </p:nvSpPr>
        <p:spPr>
          <a:xfrm>
            <a:off x="4835126" y="6304834"/>
            <a:ext cx="6663603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21B65209-E36C-FD97-C1E8-ABFF9E8FE2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85872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4777B996-8C4D-6896-7CBB-D60BA79FE22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97373" y="6314014"/>
            <a:ext cx="392171" cy="3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8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B5F2C-47B2-F570-459C-2774929E0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230707-F7A6-7E0A-1A72-99464E6B57AB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B5D07AAC-5F33-D6EC-70DD-E93D4F43D472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B0C461-2400-FD4C-FAD2-44ADFF54A8F6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F6A9A4-558D-91AE-1C31-648DF3D58C1F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1B902A-7965-E7D6-98FB-52C53A9A981E}"/>
              </a:ext>
            </a:extLst>
          </p:cNvPr>
          <p:cNvSpPr/>
          <p:nvPr/>
        </p:nvSpPr>
        <p:spPr>
          <a:xfrm>
            <a:off x="3455494" y="65315"/>
            <a:ext cx="8663445" cy="6718040"/>
          </a:xfrm>
          <a:prstGeom prst="roundRect">
            <a:avLst>
              <a:gd name="adj" fmla="val 14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0178CA-454D-9D82-AC8C-8B1B1E0829A7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9B05582-E9D3-29A5-0688-312187241E8A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ACCFC0-0255-F96B-27A1-91C8640006CC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Trần Văn Bằng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30751E-BA03-EAEB-432A-A9681F316994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(Trạng thái)</a:t>
            </a:r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BC90CC-9701-1319-280B-7F910192C44F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C0339C-3094-D839-1874-DF52B92EF99D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A9F1E9F-805A-06C4-D634-FB1840FD800C}"/>
              </a:ext>
            </a:extLst>
          </p:cNvPr>
          <p:cNvSpPr/>
          <p:nvPr/>
        </p:nvSpPr>
        <p:spPr>
          <a:xfrm>
            <a:off x="3452325" y="584992"/>
            <a:ext cx="8663445" cy="5644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CADD60-38D2-7090-C214-D46419DB342E}"/>
              </a:ext>
            </a:extLst>
          </p:cNvPr>
          <p:cNvCxnSpPr/>
          <p:nvPr/>
        </p:nvCxnSpPr>
        <p:spPr>
          <a:xfrm>
            <a:off x="3452326" y="588816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5C4C117-D63A-A234-2A45-0C145E17AEDC}"/>
              </a:ext>
            </a:extLst>
          </p:cNvPr>
          <p:cNvCxnSpPr/>
          <p:nvPr/>
        </p:nvCxnSpPr>
        <p:spPr>
          <a:xfrm>
            <a:off x="3452326" y="6226634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94DA865-F798-8F03-A4D5-3D486E427562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tx1"/>
                </a:solidFill>
              </a:rPr>
              <a:t>🔍 </a:t>
            </a:r>
            <a:r>
              <a:rPr lang="vi-VN" sz="1400" dirty="0">
                <a:solidFill>
                  <a:schemeClr val="tx1"/>
                </a:solidFill>
              </a:rPr>
              <a:t>Tìm kiếm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C5DD135-E2C1-6A10-E93A-BD90A8BDC1D7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9BFA5DE-B49E-0115-4547-436D3E32ACEB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38C1CCD-8492-BF29-4CE8-10B5334826B6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90C96-8AE0-E95E-7AD9-90B4E1282A70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14483D-AF2D-2A7E-B73E-AC29800F6AEC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/>
              <a:t>Bạn: abcefghik</a:t>
            </a:r>
            <a:endParaRPr lang="en-US" sz="11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D3FA66D-6810-5CBF-A5B4-94D0EEB29943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C335986-AEDC-6B91-8E0C-73C4A3F4CAA5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47DA14C-1065-DFE5-4EBC-21F1BBA870F1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77ED87-3F11-2CCF-E500-B51DBCF9E1E1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33E927-E187-880D-A576-6E8EC3E5C880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/>
              <a:t>abcefghik</a:t>
            </a:r>
            <a:endParaRPr lang="en-US" sz="11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C5EB64E-F8A5-F4E3-5588-37433E47E878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95FDA44-68B3-31E4-E53D-EA521667946B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KinKen</a:t>
            </a:r>
            <a:r>
              <a:rPr lang="en-US" dirty="0">
                <a:solidFill>
                  <a:schemeClr val="tx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2840697-9F3D-DC69-23B7-CF6CB367878A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D722AAC-427C-DF1D-71FA-69218FE11EBF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0BB87CD-FE90-6F34-FB5F-253D5A7241D9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52D5DC8-9385-B5A4-8CF0-EDFFB7E5DDFC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0749B78-9993-91FC-6771-3A38232577F0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115A138-02D9-C6EB-0287-C87E1DCDFB6B}"/>
              </a:ext>
            </a:extLst>
          </p:cNvPr>
          <p:cNvSpPr/>
          <p:nvPr/>
        </p:nvSpPr>
        <p:spPr>
          <a:xfrm>
            <a:off x="817763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81AAA86-250F-93CC-9DAA-2EEE7C0199C8}"/>
              </a:ext>
            </a:extLst>
          </p:cNvPr>
          <p:cNvSpPr/>
          <p:nvPr/>
        </p:nvSpPr>
        <p:spPr>
          <a:xfrm>
            <a:off x="1173207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8393F24-AC98-7E81-681E-40F890A6F7B7}"/>
              </a:ext>
            </a:extLst>
          </p:cNvPr>
          <p:cNvSpPr/>
          <p:nvPr/>
        </p:nvSpPr>
        <p:spPr>
          <a:xfrm>
            <a:off x="1064091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9179330-A691-0C31-CA58-28E6209E4072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AD729A-D951-1E8F-71BC-9C25E18FBEA2}"/>
              </a:ext>
            </a:extLst>
          </p:cNvPr>
          <p:cNvSpPr txBox="1"/>
          <p:nvPr/>
        </p:nvSpPr>
        <p:spPr>
          <a:xfrm>
            <a:off x="6790336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Hôm</a:t>
            </a:r>
            <a:r>
              <a:rPr lang="en-US" sz="1200" dirty="0"/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DC96F3F-376C-27AF-38E9-E3946A7EC44B}"/>
              </a:ext>
            </a:extLst>
          </p:cNvPr>
          <p:cNvSpPr/>
          <p:nvPr/>
        </p:nvSpPr>
        <p:spPr>
          <a:xfrm>
            <a:off x="1196339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C089AE1-76AD-3D43-A0E8-FA7F7A4F2D9F}"/>
              </a:ext>
            </a:extLst>
          </p:cNvPr>
          <p:cNvSpPr/>
          <p:nvPr/>
        </p:nvSpPr>
        <p:spPr>
          <a:xfrm>
            <a:off x="1198522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5ED986EC-82D0-6CC1-D25D-78EB2B995694}"/>
              </a:ext>
            </a:extLst>
          </p:cNvPr>
          <p:cNvSpPr/>
          <p:nvPr/>
        </p:nvSpPr>
        <p:spPr>
          <a:xfrm>
            <a:off x="1197611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E1ADE00-40E6-3420-8B17-6184FD21E81A}"/>
              </a:ext>
            </a:extLst>
          </p:cNvPr>
          <p:cNvSpPr/>
          <p:nvPr/>
        </p:nvSpPr>
        <p:spPr>
          <a:xfrm rot="10800000">
            <a:off x="1197702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ADF316B-9092-61CF-B733-88240A8CB13B}"/>
              </a:ext>
            </a:extLst>
          </p:cNvPr>
          <p:cNvSpPr/>
          <p:nvPr/>
        </p:nvSpPr>
        <p:spPr>
          <a:xfrm>
            <a:off x="11642850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D36D4DE-D5CB-640B-7180-67393B97310E}"/>
              </a:ext>
            </a:extLst>
          </p:cNvPr>
          <p:cNvSpPr/>
          <p:nvPr/>
        </p:nvSpPr>
        <p:spPr>
          <a:xfrm>
            <a:off x="11246821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F8BC38C-EA2A-D652-53F4-FF6CC1F6B689}"/>
              </a:ext>
            </a:extLst>
          </p:cNvPr>
          <p:cNvSpPr/>
          <p:nvPr/>
        </p:nvSpPr>
        <p:spPr>
          <a:xfrm>
            <a:off x="1085017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13C72FF-2EF9-DF75-76AA-8430F7A8D2D0}"/>
              </a:ext>
            </a:extLst>
          </p:cNvPr>
          <p:cNvSpPr/>
          <p:nvPr/>
        </p:nvSpPr>
        <p:spPr>
          <a:xfrm>
            <a:off x="10454149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EC9DB4A6-01DC-B4E3-A722-D30524D15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8752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8DBBC2FC-70A0-0D50-0AEF-EE0CBBDBDEF5}"/>
              </a:ext>
            </a:extLst>
          </p:cNvPr>
          <p:cNvGrpSpPr/>
          <p:nvPr/>
        </p:nvGrpSpPr>
        <p:grpSpPr>
          <a:xfrm>
            <a:off x="10885001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626840D4-BCF2-8102-E6E9-61AED2352826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4B607A12-DCDF-D762-F9EA-00875BA7CAAE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8E2F531B-04F7-2D22-735F-AB12EB621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7125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47F2497D-D119-84F8-811E-1C461411E7F8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0AE678D4-DAD7-E0B2-624D-20DA5D09BB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9E3B9BC0-C7DA-87CF-C901-58D6DE91F062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A2E2D1C3-4CC3-AE93-5CC6-72FA4F53E640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2DD7927E-157B-2397-16C0-69F957AC9DDA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5C8557EA-1DAC-6A1B-FF4D-708044F6E1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EB210D7-5DDB-39E4-014F-017B580FA1D8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0B4CD491-D086-6C7C-8403-C098A7CC08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DCC1595E-7B1E-8D49-1F50-01F52281B350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7A8B996-1EC0-FF74-57B3-E708D21D3DAC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305587C7-2B86-A3B0-ED88-8291FD8680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ED52D2D-0B63-1056-B3FE-4524071718CF}"/>
              </a:ext>
            </a:extLst>
          </p:cNvPr>
          <p:cNvSpPr/>
          <p:nvPr/>
        </p:nvSpPr>
        <p:spPr>
          <a:xfrm>
            <a:off x="4835126" y="6304834"/>
            <a:ext cx="6663603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FFAAEE91-00D7-27D7-F90B-1C078886FEB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85872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AE867884-7424-4546-9780-7CCE5434D6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97373" y="6314014"/>
            <a:ext cx="392171" cy="392171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2ECE86D2-B73B-7856-D139-DD3306C1A384}"/>
              </a:ext>
            </a:extLst>
          </p:cNvPr>
          <p:cNvSpPr/>
          <p:nvPr/>
        </p:nvSpPr>
        <p:spPr>
          <a:xfrm>
            <a:off x="1199584" y="2043992"/>
            <a:ext cx="1319841" cy="933344"/>
          </a:xfrm>
          <a:prstGeom prst="wedgeRectCallout">
            <a:avLst>
              <a:gd name="adj1" fmla="val -97303"/>
              <a:gd name="adj2" fmla="val -964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6BF5C664-3DAB-32FF-52AC-002ADB8B8E91}"/>
              </a:ext>
            </a:extLst>
          </p:cNvPr>
          <p:cNvSpPr/>
          <p:nvPr/>
        </p:nvSpPr>
        <p:spPr>
          <a:xfrm>
            <a:off x="9355259" y="1457596"/>
            <a:ext cx="1319841" cy="933344"/>
          </a:xfrm>
          <a:prstGeom prst="wedgeRectCallout">
            <a:avLst>
              <a:gd name="adj1" fmla="val 39952"/>
              <a:gd name="adj2" fmla="val -152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2729D9B5-CF16-331A-CA23-DA40FD43CCF4}"/>
              </a:ext>
            </a:extLst>
          </p:cNvPr>
          <p:cNvSpPr/>
          <p:nvPr/>
        </p:nvSpPr>
        <p:spPr>
          <a:xfrm>
            <a:off x="5248673" y="5137507"/>
            <a:ext cx="1319841" cy="933344"/>
          </a:xfrm>
          <a:prstGeom prst="wedgeRectCallout">
            <a:avLst>
              <a:gd name="adj1" fmla="val -95996"/>
              <a:gd name="adj2" fmla="val 791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D5A825E-6D77-0985-AB07-1ACB337C22D2}"/>
              </a:ext>
            </a:extLst>
          </p:cNvPr>
          <p:cNvSpPr/>
          <p:nvPr/>
        </p:nvSpPr>
        <p:spPr>
          <a:xfrm>
            <a:off x="3678202" y="836487"/>
            <a:ext cx="1319841" cy="933344"/>
          </a:xfrm>
          <a:prstGeom prst="wedgeRectCallout">
            <a:avLst>
              <a:gd name="adj1" fmla="val -97303"/>
              <a:gd name="adj2" fmla="val -964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15BD2ECE-2757-A941-5A86-5C72092AF389}"/>
              </a:ext>
            </a:extLst>
          </p:cNvPr>
          <p:cNvSpPr/>
          <p:nvPr/>
        </p:nvSpPr>
        <p:spPr>
          <a:xfrm>
            <a:off x="9134308" y="4319715"/>
            <a:ext cx="1319841" cy="933344"/>
          </a:xfrm>
          <a:prstGeom prst="wedgeRectCallout">
            <a:avLst>
              <a:gd name="adj1" fmla="val -18872"/>
              <a:gd name="adj2" fmla="val 1771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1760C198-B0BA-C1ED-391F-786489460A9A}"/>
              </a:ext>
            </a:extLst>
          </p:cNvPr>
          <p:cNvSpPr/>
          <p:nvPr/>
        </p:nvSpPr>
        <p:spPr>
          <a:xfrm>
            <a:off x="8606036" y="3940678"/>
            <a:ext cx="1319841" cy="933344"/>
          </a:xfrm>
          <a:prstGeom prst="wedgeRectCallout">
            <a:avLst>
              <a:gd name="adj1" fmla="val -78349"/>
              <a:gd name="adj2" fmla="val 643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98259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8E3A6-5B76-EFD7-DBD2-B1BB7D26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04839D-0D05-23E7-999F-CE18D20D9F36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1BBF0D-7551-702C-BC0E-1C25DC2A2552}"/>
              </a:ext>
            </a:extLst>
          </p:cNvPr>
          <p:cNvSpPr/>
          <p:nvPr/>
        </p:nvSpPr>
        <p:spPr>
          <a:xfrm>
            <a:off x="120674" y="1850064"/>
            <a:ext cx="464030" cy="4640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7C2FF0-8C77-951B-C903-6C71D080B76D}"/>
              </a:ext>
            </a:extLst>
          </p:cNvPr>
          <p:cNvSpPr/>
          <p:nvPr/>
        </p:nvSpPr>
        <p:spPr>
          <a:xfrm>
            <a:off x="111102" y="2418581"/>
            <a:ext cx="464030" cy="4640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59506FB-AEFA-5963-7EEC-3A12D9F72F97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1C2D1C-16E6-678B-8F54-A66CE0777C05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E6CBF2-8B3D-1572-71DC-14729014EA2F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8F8A7D-A13B-E860-FDBB-C3E67B3FE58D}"/>
              </a:ext>
            </a:extLst>
          </p:cNvPr>
          <p:cNvSpPr/>
          <p:nvPr/>
        </p:nvSpPr>
        <p:spPr>
          <a:xfrm>
            <a:off x="3455494" y="65315"/>
            <a:ext cx="8663445" cy="6718040"/>
          </a:xfrm>
          <a:prstGeom prst="roundRect">
            <a:avLst>
              <a:gd name="adj" fmla="val 14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33CB4A-3FB1-089B-4B4E-BCAC0C4FE4F1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4F7B75A-6D9E-51FD-2470-B123FC5A523A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6EE696-6120-7965-8376-5819EFB19818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Trần Văn Bằng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A05586-4BCC-E408-C57F-36AEBBB25BAB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(Trạng thái)</a:t>
            </a:r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C47346-B932-9DE9-6C40-D78F81AEC6E2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3E74ED-BB48-FD5C-07E3-89465EF29C41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6340EDF-CA6A-40FA-3E4A-D9A0E7FE93F8}"/>
              </a:ext>
            </a:extLst>
          </p:cNvPr>
          <p:cNvSpPr/>
          <p:nvPr/>
        </p:nvSpPr>
        <p:spPr>
          <a:xfrm>
            <a:off x="3452325" y="584992"/>
            <a:ext cx="8663445" cy="5644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238946-D394-4F6F-D3AA-8457F0F24F79}"/>
              </a:ext>
            </a:extLst>
          </p:cNvPr>
          <p:cNvCxnSpPr/>
          <p:nvPr/>
        </p:nvCxnSpPr>
        <p:spPr>
          <a:xfrm>
            <a:off x="3452326" y="588816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B419E-E37F-DF9E-5DF2-70D4313ED914}"/>
              </a:ext>
            </a:extLst>
          </p:cNvPr>
          <p:cNvCxnSpPr/>
          <p:nvPr/>
        </p:nvCxnSpPr>
        <p:spPr>
          <a:xfrm>
            <a:off x="3452326" y="6226634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445590D-A82E-5006-D8B1-FDB6B3D36E1D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tx1"/>
                </a:solidFill>
              </a:rPr>
              <a:t>🔍 </a:t>
            </a:r>
            <a:r>
              <a:rPr lang="vi-VN" sz="1400" dirty="0">
                <a:solidFill>
                  <a:schemeClr val="tx1"/>
                </a:solidFill>
              </a:rPr>
              <a:t>Tìm kiếm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8A81230-508F-8969-5498-01706C256F2B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0D3C397-505B-A566-ECB6-B99B9D64D1CE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F1D5C4-321E-2007-07D0-F61C566FB3E3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BC5841-65AA-53F2-99E1-739D8D2F7FC7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F887B9-9BE1-F302-D2D3-5B72542F54A2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/>
              <a:t>Bạn: abcefghik</a:t>
            </a:r>
            <a:endParaRPr lang="en-US" sz="11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4964425-E02A-550A-5881-51E154949FD1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E84B35B-2992-85F4-9BB0-C0A43F52B5AC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17E5A27-A174-55A6-9407-814D41126C8B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3BBC0F-D5DF-9F19-1807-D84B310EA6DC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4201D-6F8E-8A54-4300-C1CFBAF77CED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/>
              <a:t>abcefghik</a:t>
            </a:r>
            <a:endParaRPr lang="en-US" sz="11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EB6F43B-CDFE-BD2E-8C87-1CD6E7E3EA81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D9D7D0B-5CBE-3536-871A-DDA97911C2DA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KinKen</a:t>
            </a:r>
            <a:r>
              <a:rPr lang="en-US" dirty="0">
                <a:solidFill>
                  <a:schemeClr val="tx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C46916F-740C-5484-1A24-07827F9E16D2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1A82D0E-8DA0-E455-7DF4-E8CEB322B6FD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51AD3F-C8F8-49C3-4165-1611A5AFBA25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B0B7D4B-DDCB-66B3-3DC9-80BB5A7D242D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C6C03C-D260-636C-4119-2E8E29CE22B1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1B9BBF3-1CE1-C0DF-CA77-EE36AF721915}"/>
              </a:ext>
            </a:extLst>
          </p:cNvPr>
          <p:cNvSpPr/>
          <p:nvPr/>
        </p:nvSpPr>
        <p:spPr>
          <a:xfrm>
            <a:off x="817763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BB66062-403E-53F5-FF01-982A85E3EA72}"/>
              </a:ext>
            </a:extLst>
          </p:cNvPr>
          <p:cNvSpPr/>
          <p:nvPr/>
        </p:nvSpPr>
        <p:spPr>
          <a:xfrm>
            <a:off x="1173207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B5DA761-4DCB-DF57-2B9A-6D76230DC338}"/>
              </a:ext>
            </a:extLst>
          </p:cNvPr>
          <p:cNvSpPr/>
          <p:nvPr/>
        </p:nvSpPr>
        <p:spPr>
          <a:xfrm>
            <a:off x="1064091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B38F2F9-0846-6AE1-5E55-25E6F9734FBF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F5DFEE-BC14-3A5A-5192-079D256E48D2}"/>
              </a:ext>
            </a:extLst>
          </p:cNvPr>
          <p:cNvSpPr txBox="1"/>
          <p:nvPr/>
        </p:nvSpPr>
        <p:spPr>
          <a:xfrm>
            <a:off x="6790336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Hôm</a:t>
            </a:r>
            <a:r>
              <a:rPr lang="en-US" sz="1200" dirty="0"/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F4A8CA8-0813-8F7D-C1EE-E6772FF12E0A}"/>
              </a:ext>
            </a:extLst>
          </p:cNvPr>
          <p:cNvSpPr/>
          <p:nvPr/>
        </p:nvSpPr>
        <p:spPr>
          <a:xfrm>
            <a:off x="1196339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26259C6-1DA1-FA43-1F60-31FD023F1E8F}"/>
              </a:ext>
            </a:extLst>
          </p:cNvPr>
          <p:cNvSpPr/>
          <p:nvPr/>
        </p:nvSpPr>
        <p:spPr>
          <a:xfrm>
            <a:off x="1198522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98B9B759-4C4B-3220-894C-10F01F786E7E}"/>
              </a:ext>
            </a:extLst>
          </p:cNvPr>
          <p:cNvSpPr/>
          <p:nvPr/>
        </p:nvSpPr>
        <p:spPr>
          <a:xfrm>
            <a:off x="1197611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42769617-EC68-3D4A-D6EE-A9BC65F6B92A}"/>
              </a:ext>
            </a:extLst>
          </p:cNvPr>
          <p:cNvSpPr/>
          <p:nvPr/>
        </p:nvSpPr>
        <p:spPr>
          <a:xfrm rot="10800000">
            <a:off x="1197702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26379B0-106D-F284-3627-0F7F072F58D1}"/>
              </a:ext>
            </a:extLst>
          </p:cNvPr>
          <p:cNvSpPr/>
          <p:nvPr/>
        </p:nvSpPr>
        <p:spPr>
          <a:xfrm>
            <a:off x="11642850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DE16D45-980A-94E9-97DB-5AED2482E291}"/>
              </a:ext>
            </a:extLst>
          </p:cNvPr>
          <p:cNvSpPr/>
          <p:nvPr/>
        </p:nvSpPr>
        <p:spPr>
          <a:xfrm>
            <a:off x="11246821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BEBB1C0-3C4B-8FBB-35E1-A55411B68128}"/>
              </a:ext>
            </a:extLst>
          </p:cNvPr>
          <p:cNvSpPr/>
          <p:nvPr/>
        </p:nvSpPr>
        <p:spPr>
          <a:xfrm>
            <a:off x="10850178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41FBA73-1406-8E19-0A66-012F078CA406}"/>
              </a:ext>
            </a:extLst>
          </p:cNvPr>
          <p:cNvSpPr/>
          <p:nvPr/>
        </p:nvSpPr>
        <p:spPr>
          <a:xfrm>
            <a:off x="10454149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CB57DC07-5602-7987-110C-F2BE1B91C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8752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512B5E4E-CEC8-7BC7-3BBA-5ADA446C6E0A}"/>
              </a:ext>
            </a:extLst>
          </p:cNvPr>
          <p:cNvGrpSpPr/>
          <p:nvPr/>
        </p:nvGrpSpPr>
        <p:grpSpPr>
          <a:xfrm>
            <a:off x="10885001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D216513-B1C7-51C9-3F5B-FEBA7B1EC29C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E758BF23-D5A6-EDFF-8AB9-291E61701E45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EA24F58E-0A1E-4E99-F93E-3AF652D2A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7125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C3B70364-F849-5A49-9BB8-C1D6AB704DA9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A7CB3719-5961-8FEB-FE3E-E84741E431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2BB3B34C-822A-5A80-F993-1484E8FB5B6B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CF48DA9A-D539-E0D9-F9CE-2EA58530A378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7A4BC463-161D-2F92-6B86-A8DC3D4305BE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15BF849F-B13E-8325-D52B-91746DBB2A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3C91B2F-33FD-BDAE-4380-9C30D170AC52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98A3DE35-7869-87F0-5266-D858BE3C1E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50AB609-FA8A-B478-D477-80498D6CF8C4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3D00DFC-4882-EDDE-5A79-7985F3F20253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2B8CD3CF-ABBB-888B-C0B6-C20D85F0B27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0FA0647-A2EC-604B-BE6B-80BA2389AE5B}"/>
              </a:ext>
            </a:extLst>
          </p:cNvPr>
          <p:cNvSpPr/>
          <p:nvPr/>
        </p:nvSpPr>
        <p:spPr>
          <a:xfrm>
            <a:off x="4835126" y="6304834"/>
            <a:ext cx="6663603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D60A1973-A288-A5AC-92ED-7F624D6E6F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85872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C573A6BB-1788-AC53-2633-4A28733BCAD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97373" y="6314014"/>
            <a:ext cx="392171" cy="3921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5AC931-65E2-7B2B-0848-E549937A04F8}"/>
              </a:ext>
            </a:extLst>
          </p:cNvPr>
          <p:cNvSpPr txBox="1"/>
          <p:nvPr/>
        </p:nvSpPr>
        <p:spPr>
          <a:xfrm>
            <a:off x="4747983" y="2757382"/>
            <a:ext cx="4449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HOVER</a:t>
            </a:r>
          </a:p>
        </p:txBody>
      </p:sp>
    </p:spTree>
    <p:extLst>
      <p:ext uri="{BB962C8B-B14F-4D97-AF65-F5344CB8AC3E}">
        <p14:creationId xmlns:p14="http://schemas.microsoft.com/office/powerpoint/2010/main" val="49175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BF0D7-12BD-F965-DD94-70E9FAFF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643ABF-3CA8-2617-3BF3-053465A66C78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DCC0A2-B4FB-D748-8D98-99AAE50C7024}"/>
              </a:ext>
            </a:extLst>
          </p:cNvPr>
          <p:cNvSpPr/>
          <p:nvPr/>
        </p:nvSpPr>
        <p:spPr>
          <a:xfrm>
            <a:off x="120674" y="1850064"/>
            <a:ext cx="464030" cy="4640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7CB7DD-EF6C-0FE4-2629-720F248A8901}"/>
              </a:ext>
            </a:extLst>
          </p:cNvPr>
          <p:cNvSpPr/>
          <p:nvPr/>
        </p:nvSpPr>
        <p:spPr>
          <a:xfrm>
            <a:off x="111102" y="2418581"/>
            <a:ext cx="464030" cy="4640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18BDC34-6892-6980-96DA-31D24D8BB717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CA5356-F6D8-8D62-C015-07C6E97C9A43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A20620-1EA5-7D7E-B837-DC3D5F3536A4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C9466A-F530-6549-0806-54BF0D56C3DB}"/>
              </a:ext>
            </a:extLst>
          </p:cNvPr>
          <p:cNvSpPr/>
          <p:nvPr/>
        </p:nvSpPr>
        <p:spPr>
          <a:xfrm>
            <a:off x="3455494" y="65315"/>
            <a:ext cx="8663445" cy="6718040"/>
          </a:xfrm>
          <a:prstGeom prst="roundRect">
            <a:avLst>
              <a:gd name="adj" fmla="val 14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78EB5F-50E2-E396-E170-D6F5928E8BB5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246F3E4-0EA8-E810-DBB9-C2E8576F25EA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044873-FB3C-2A4E-21A6-73FB39416D21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Trần Văn Bằng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0E8065-E619-175C-913B-C45C1CF76A31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(Trạng thái)</a:t>
            </a:r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F5F4915-E543-45E5-DE0C-A5467A89C9F4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D7F739-F865-D736-62C1-B205C1CDE6AA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C0A6D9-3059-7A2D-18AE-385092FAFF88}"/>
              </a:ext>
            </a:extLst>
          </p:cNvPr>
          <p:cNvSpPr/>
          <p:nvPr/>
        </p:nvSpPr>
        <p:spPr>
          <a:xfrm>
            <a:off x="3452325" y="584992"/>
            <a:ext cx="8663445" cy="5644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533008-A775-BBC8-BD57-C496B5ED1C1E}"/>
              </a:ext>
            </a:extLst>
          </p:cNvPr>
          <p:cNvCxnSpPr/>
          <p:nvPr/>
        </p:nvCxnSpPr>
        <p:spPr>
          <a:xfrm>
            <a:off x="3452326" y="588816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86619C-A7AA-4810-852D-1CDAC2D8664A}"/>
              </a:ext>
            </a:extLst>
          </p:cNvPr>
          <p:cNvCxnSpPr/>
          <p:nvPr/>
        </p:nvCxnSpPr>
        <p:spPr>
          <a:xfrm>
            <a:off x="3452326" y="6226634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48F6D11-903A-71D2-5764-18084B6E8D02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tx1"/>
                </a:solidFill>
              </a:rPr>
              <a:t>🔍 </a:t>
            </a:r>
            <a:r>
              <a:rPr lang="vi-VN" sz="1400" dirty="0">
                <a:solidFill>
                  <a:schemeClr val="tx1"/>
                </a:solidFill>
              </a:rPr>
              <a:t>Tìm kiếm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58A97D-6C2C-E45D-F25C-55AB8E4E70F3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07F089-D089-615F-E6BD-8D0879124006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9A9A9F-8A79-3C43-9464-E01B44F3F3C1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D52808-417A-3CFC-E33F-266870EAEC9D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6CD0BD-4093-7358-51D0-BE6267747D20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/>
              <a:t>Bạn: abcefghik</a:t>
            </a:r>
            <a:endParaRPr lang="en-US" sz="11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B90716E-71BE-BF5D-DFF0-1AA4414AA2CD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C432DF2-2994-E8EE-B1F6-C1F9AC094CE8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8752BC9-8F0F-F763-09DB-948F64E40075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162CB7-C2B1-536B-F5DF-3D1F37B3E1F6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58E8B4-3619-C2DD-D7CB-901697F8B908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/>
              <a:t>abcefghik</a:t>
            </a:r>
            <a:endParaRPr lang="en-US" sz="11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64B77-8349-D461-C0F9-020018C37862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DC7F9C3-E976-5344-9E80-9BE78568A19E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KinKen</a:t>
            </a:r>
            <a:r>
              <a:rPr lang="en-US" dirty="0">
                <a:solidFill>
                  <a:schemeClr val="tx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C5B9C9C-DDB7-4610-DC26-B00644D9F66C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BF8D2BA-B152-77FB-A70C-F559D3ED580E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5991173-6E50-9872-09D8-C1940C4963EC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C88F6BD-3424-A73E-059B-2CF9C3A12FF8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F62ED03-83A1-0C70-33E1-D6DCD1CFF7D2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7673997-870D-A1A1-4CA4-AA00B670519D}"/>
              </a:ext>
            </a:extLst>
          </p:cNvPr>
          <p:cNvSpPr/>
          <p:nvPr/>
        </p:nvSpPr>
        <p:spPr>
          <a:xfrm>
            <a:off x="817763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C89C389-7621-F6A7-B886-496E3CFE986C}"/>
              </a:ext>
            </a:extLst>
          </p:cNvPr>
          <p:cNvSpPr/>
          <p:nvPr/>
        </p:nvSpPr>
        <p:spPr>
          <a:xfrm>
            <a:off x="1173207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E931BF3-D2C6-97B1-0868-70F873637B3C}"/>
              </a:ext>
            </a:extLst>
          </p:cNvPr>
          <p:cNvSpPr/>
          <p:nvPr/>
        </p:nvSpPr>
        <p:spPr>
          <a:xfrm>
            <a:off x="1064091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9722F76-128C-297A-1A82-3F445610A58B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D5943B-2059-4393-690E-F1973232E722}"/>
              </a:ext>
            </a:extLst>
          </p:cNvPr>
          <p:cNvSpPr txBox="1"/>
          <p:nvPr/>
        </p:nvSpPr>
        <p:spPr>
          <a:xfrm>
            <a:off x="6790336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Hôm</a:t>
            </a:r>
            <a:r>
              <a:rPr lang="en-US" sz="1200" dirty="0"/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CE5C836-BBFE-72CE-741B-C5CAFE95094A}"/>
              </a:ext>
            </a:extLst>
          </p:cNvPr>
          <p:cNvSpPr/>
          <p:nvPr/>
        </p:nvSpPr>
        <p:spPr>
          <a:xfrm>
            <a:off x="1196339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0F3420D-96BF-E8E4-6B62-E9A44D67BEF8}"/>
              </a:ext>
            </a:extLst>
          </p:cNvPr>
          <p:cNvSpPr/>
          <p:nvPr/>
        </p:nvSpPr>
        <p:spPr>
          <a:xfrm>
            <a:off x="1198522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AD116B13-C6BB-F12A-90E8-D552A887CD1B}"/>
              </a:ext>
            </a:extLst>
          </p:cNvPr>
          <p:cNvSpPr/>
          <p:nvPr/>
        </p:nvSpPr>
        <p:spPr>
          <a:xfrm>
            <a:off x="1197611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E390E05C-6F76-13C7-743D-EE59046CF165}"/>
              </a:ext>
            </a:extLst>
          </p:cNvPr>
          <p:cNvSpPr/>
          <p:nvPr/>
        </p:nvSpPr>
        <p:spPr>
          <a:xfrm rot="10800000">
            <a:off x="1197702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BA0EC3B-71F9-E171-C7A3-DE5F5808E717}"/>
              </a:ext>
            </a:extLst>
          </p:cNvPr>
          <p:cNvSpPr/>
          <p:nvPr/>
        </p:nvSpPr>
        <p:spPr>
          <a:xfrm>
            <a:off x="11642850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2B9D6E9-1281-7E7E-5FFD-235A54CC7B17}"/>
              </a:ext>
            </a:extLst>
          </p:cNvPr>
          <p:cNvSpPr/>
          <p:nvPr/>
        </p:nvSpPr>
        <p:spPr>
          <a:xfrm>
            <a:off x="11246821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7509176-C5D1-B613-B79D-6E944EF00F07}"/>
              </a:ext>
            </a:extLst>
          </p:cNvPr>
          <p:cNvSpPr/>
          <p:nvPr/>
        </p:nvSpPr>
        <p:spPr>
          <a:xfrm>
            <a:off x="10850178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412B398-6ABB-A5E8-14BF-27993DAC0D40}"/>
              </a:ext>
            </a:extLst>
          </p:cNvPr>
          <p:cNvSpPr/>
          <p:nvPr/>
        </p:nvSpPr>
        <p:spPr>
          <a:xfrm>
            <a:off x="10454149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B0792C1B-D4A3-4139-F675-E3A890E8C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8752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934F0544-A498-9F58-6705-AD524DFD9724}"/>
              </a:ext>
            </a:extLst>
          </p:cNvPr>
          <p:cNvGrpSpPr/>
          <p:nvPr/>
        </p:nvGrpSpPr>
        <p:grpSpPr>
          <a:xfrm>
            <a:off x="10885001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500E205B-ADFF-D9E5-4EA0-EA356A1F2C48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6BE8F2F8-8DF5-72B7-ECB4-1EA4EA4ABB97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58B8A9B1-AC4B-E236-5B0F-F5045AAA7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7125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4D89AA3A-0BEB-D950-F5D7-7F66D6B4D54A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596F4741-6EF5-74B0-0CDD-C107C7F29D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381AF137-ED0E-BDC6-7F89-29A0C923741F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DF53166D-8CF9-28BD-D8F2-86AC0E93CBBE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14A627AF-6040-16DE-9D2A-E21796F1AE72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4ECA5EEF-5320-F0AD-F30A-8F36E12485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27A3B71D-7B34-107E-9BF4-4FC63DFF4BBD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5ACB5D29-8402-C6C3-6BB7-E41426E45C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FCE529AA-AAA9-D830-173D-3B5E306C3A63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F501AAD-7125-8B94-1787-2FFB121C479F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FC2AC22F-3401-5F48-9687-0EC1277D42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EEA20FF-3BB3-C303-C69F-E2826F29E07F}"/>
              </a:ext>
            </a:extLst>
          </p:cNvPr>
          <p:cNvSpPr/>
          <p:nvPr/>
        </p:nvSpPr>
        <p:spPr>
          <a:xfrm>
            <a:off x="4835126" y="6304834"/>
            <a:ext cx="6663603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8EC90BD4-5BBF-C10B-31CC-238CDF00511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85872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5D6FECF2-303C-552A-A458-4854CE0F54A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97373" y="6314014"/>
            <a:ext cx="392171" cy="3921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1B2AF4-1E9C-2E0D-2BC6-406BE4C1E008}"/>
              </a:ext>
            </a:extLst>
          </p:cNvPr>
          <p:cNvSpPr txBox="1"/>
          <p:nvPr/>
        </p:nvSpPr>
        <p:spPr>
          <a:xfrm>
            <a:off x="4747983" y="2757382"/>
            <a:ext cx="4449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HOVER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AB54B58C-82EF-6561-0000-DADFD9783159}"/>
              </a:ext>
            </a:extLst>
          </p:cNvPr>
          <p:cNvSpPr/>
          <p:nvPr/>
        </p:nvSpPr>
        <p:spPr>
          <a:xfrm>
            <a:off x="1170496" y="2478111"/>
            <a:ext cx="1319841" cy="933344"/>
          </a:xfrm>
          <a:prstGeom prst="wedgeRectCallout">
            <a:avLst>
              <a:gd name="adj1" fmla="val -97303"/>
              <a:gd name="adj2" fmla="val -964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BDCE771-CFEC-5466-C5E3-AFEB076F72E5}"/>
              </a:ext>
            </a:extLst>
          </p:cNvPr>
          <p:cNvSpPr/>
          <p:nvPr/>
        </p:nvSpPr>
        <p:spPr>
          <a:xfrm>
            <a:off x="2883512" y="1890154"/>
            <a:ext cx="1319841" cy="933344"/>
          </a:xfrm>
          <a:prstGeom prst="wedgeRectCallout">
            <a:avLst>
              <a:gd name="adj1" fmla="val -97303"/>
              <a:gd name="adj2" fmla="val -964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36E68A13-0035-6BCD-E7EC-F21494F60031}"/>
              </a:ext>
            </a:extLst>
          </p:cNvPr>
          <p:cNvSpPr/>
          <p:nvPr/>
        </p:nvSpPr>
        <p:spPr>
          <a:xfrm>
            <a:off x="4282943" y="3746164"/>
            <a:ext cx="1319841" cy="933344"/>
          </a:xfrm>
          <a:prstGeom prst="wedgeRectCallout">
            <a:avLst>
              <a:gd name="adj1" fmla="val -46976"/>
              <a:gd name="adj2" fmla="val 2325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8C5CC99-4A45-022F-20B8-412E0EA8C7D3}"/>
              </a:ext>
            </a:extLst>
          </p:cNvPr>
          <p:cNvSpPr/>
          <p:nvPr/>
        </p:nvSpPr>
        <p:spPr>
          <a:xfrm>
            <a:off x="9044811" y="1108494"/>
            <a:ext cx="1319841" cy="933344"/>
          </a:xfrm>
          <a:prstGeom prst="wedgeRectCallout">
            <a:avLst>
              <a:gd name="adj1" fmla="val 64135"/>
              <a:gd name="adj2" fmla="val -1195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8308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48583-90D0-661E-C0B2-A88CD61C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677BCB-1485-D0C0-A640-08A66072BA80}"/>
              </a:ext>
            </a:extLst>
          </p:cNvPr>
          <p:cNvSpPr/>
          <p:nvPr/>
        </p:nvSpPr>
        <p:spPr>
          <a:xfrm>
            <a:off x="8765040" y="65315"/>
            <a:ext cx="3369807" cy="671804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8078305-4338-C4FD-62E9-B01B7A25D612}"/>
              </a:ext>
            </a:extLst>
          </p:cNvPr>
          <p:cNvSpPr/>
          <p:nvPr/>
        </p:nvSpPr>
        <p:spPr>
          <a:xfrm>
            <a:off x="8939878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58848-6708-A83E-49E4-681CB3DB80FB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9459668-3DC7-F15D-FCED-3511F90B0A91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37D20F-C322-F228-36FC-ED08ED66F4D3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0C68F7-4D80-F985-8A69-705FA9ECCAF9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0A0606-3783-971A-76D7-8F3CEF1E8A90}"/>
              </a:ext>
            </a:extLst>
          </p:cNvPr>
          <p:cNvSpPr/>
          <p:nvPr/>
        </p:nvSpPr>
        <p:spPr>
          <a:xfrm>
            <a:off x="3455495" y="65315"/>
            <a:ext cx="5254210" cy="6718040"/>
          </a:xfrm>
          <a:prstGeom prst="roundRect">
            <a:avLst>
              <a:gd name="adj" fmla="val 14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C72408-4428-0937-D7C3-0E29886DA85E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C33707-F03F-933C-A090-783E7FF2B470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696FC-510E-3270-7BD4-1EFF0030C59C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Trần Văn Bằng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6E51E2-8E8D-9290-D138-CE144D949A48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(Trạng thái)</a:t>
            </a:r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F236B9-57C3-3AC3-06CF-EE706DC4CA66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E267EB-1896-31BF-A235-51B0AF6A072A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3335591-ADFD-8DB9-4EFC-3178B9E4055C}"/>
              </a:ext>
            </a:extLst>
          </p:cNvPr>
          <p:cNvSpPr/>
          <p:nvPr/>
        </p:nvSpPr>
        <p:spPr>
          <a:xfrm>
            <a:off x="3452325" y="584992"/>
            <a:ext cx="5228741" cy="5644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4BAB4C-92F2-1B6A-D104-72DA158651C5}"/>
              </a:ext>
            </a:extLst>
          </p:cNvPr>
          <p:cNvCxnSpPr>
            <a:cxnSpLocks/>
          </p:cNvCxnSpPr>
          <p:nvPr/>
        </p:nvCxnSpPr>
        <p:spPr>
          <a:xfrm>
            <a:off x="3452326" y="588816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B6F8651-BE2B-506E-8A1C-CD5FD4C4AA29}"/>
              </a:ext>
            </a:extLst>
          </p:cNvPr>
          <p:cNvCxnSpPr>
            <a:cxnSpLocks/>
          </p:cNvCxnSpPr>
          <p:nvPr/>
        </p:nvCxnSpPr>
        <p:spPr>
          <a:xfrm>
            <a:off x="3452326" y="6226634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F00E2E-53C4-B4DA-80C1-EF27CAE58563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tx1"/>
                </a:solidFill>
              </a:rPr>
              <a:t>🔍 </a:t>
            </a:r>
            <a:r>
              <a:rPr lang="vi-VN" sz="1400" dirty="0">
                <a:solidFill>
                  <a:schemeClr val="tx1"/>
                </a:solidFill>
              </a:rPr>
              <a:t>Tìm kiếm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9FAAD26-BFCF-81C1-772E-B82068A3618E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E8D4BB5-5340-470E-040E-D0D0D7150B6E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8F3620-BB55-4884-AC9B-1A46D6B10CDF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E95348-22D9-1428-0261-8F47B89B531F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65AD22-487A-6C34-B58E-59BBB473C449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/>
              <a:t>Bạn: abcefghik</a:t>
            </a:r>
            <a:endParaRPr lang="en-US" sz="11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B4804DA-9A51-D6E4-4D91-0C5D6DFE19BC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94B4EC-724C-54EC-3F2B-B591BC9FE129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961F1A9-7389-0BD4-31A2-644DD71E72DD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FEF688-EBD1-BF49-35AC-FF5E41436CFD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101BA6-14AF-2538-ABF7-82545FB44F86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/>
              <a:t>abcefghik</a:t>
            </a:r>
            <a:endParaRPr lang="en-US" sz="11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D56B0DB-2BBC-A79E-919B-A7004A1543BF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E64BF8F-3C57-21CF-222E-41E140CFEBFC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KinKen</a:t>
            </a:r>
            <a:r>
              <a:rPr lang="en-US" dirty="0">
                <a:solidFill>
                  <a:schemeClr val="tx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F5F17C7-9D84-8D9E-AA93-19BD091343EB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11D395B-8189-1A81-CB4A-C92D74AE211F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8B9C6DA-B328-2504-86DA-13FD0A429EC4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D3955AD-72C3-6D9D-9A84-21CB6B682E6E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DE04D7B-E4FE-4BEA-CE38-290372188B19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78DFC6A-A3F0-2065-50C0-60A4E5B734CB}"/>
              </a:ext>
            </a:extLst>
          </p:cNvPr>
          <p:cNvSpPr/>
          <p:nvPr/>
        </p:nvSpPr>
        <p:spPr>
          <a:xfrm>
            <a:off x="472598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2E0189-8D51-EE94-26CC-9128C0D53077}"/>
              </a:ext>
            </a:extLst>
          </p:cNvPr>
          <p:cNvSpPr/>
          <p:nvPr/>
        </p:nvSpPr>
        <p:spPr>
          <a:xfrm>
            <a:off x="828042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6348274-B7A1-8EAA-7B20-FCC471E27FA0}"/>
              </a:ext>
            </a:extLst>
          </p:cNvPr>
          <p:cNvSpPr/>
          <p:nvPr/>
        </p:nvSpPr>
        <p:spPr>
          <a:xfrm>
            <a:off x="718926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2EBBABF-225B-7366-6126-7B0AAE190214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670466-27F7-6216-2099-1B9DE21094E2}"/>
              </a:ext>
            </a:extLst>
          </p:cNvPr>
          <p:cNvSpPr txBox="1"/>
          <p:nvPr/>
        </p:nvSpPr>
        <p:spPr>
          <a:xfrm>
            <a:off x="5060815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Hôm</a:t>
            </a:r>
            <a:r>
              <a:rPr lang="en-US" sz="1200" dirty="0"/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F4466AF-4A02-6159-5668-56DD83A150FB}"/>
              </a:ext>
            </a:extLst>
          </p:cNvPr>
          <p:cNvSpPr/>
          <p:nvPr/>
        </p:nvSpPr>
        <p:spPr>
          <a:xfrm>
            <a:off x="851174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27F2011-1238-3B00-59B2-6D9893035029}"/>
              </a:ext>
            </a:extLst>
          </p:cNvPr>
          <p:cNvSpPr/>
          <p:nvPr/>
        </p:nvSpPr>
        <p:spPr>
          <a:xfrm>
            <a:off x="853357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04A780F4-F7FA-54B1-EE50-53151FF9A07A}"/>
              </a:ext>
            </a:extLst>
          </p:cNvPr>
          <p:cNvSpPr/>
          <p:nvPr/>
        </p:nvSpPr>
        <p:spPr>
          <a:xfrm>
            <a:off x="852446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AF766526-31F5-EFA1-507C-79138A2147E4}"/>
              </a:ext>
            </a:extLst>
          </p:cNvPr>
          <p:cNvSpPr/>
          <p:nvPr/>
        </p:nvSpPr>
        <p:spPr>
          <a:xfrm rot="10800000">
            <a:off x="852537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0C07D24-7BE1-3034-CF71-FAD6422C37D2}"/>
              </a:ext>
            </a:extLst>
          </p:cNvPr>
          <p:cNvSpPr/>
          <p:nvPr/>
        </p:nvSpPr>
        <p:spPr>
          <a:xfrm>
            <a:off x="8250747" y="148416"/>
            <a:ext cx="367391" cy="36739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9B806F2-253E-44CB-0A22-4557EF92D07F}"/>
              </a:ext>
            </a:extLst>
          </p:cNvPr>
          <p:cNvSpPr/>
          <p:nvPr/>
        </p:nvSpPr>
        <p:spPr>
          <a:xfrm>
            <a:off x="785471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7E6E34B-E35B-93B2-B83A-862F38F05BEC}"/>
              </a:ext>
            </a:extLst>
          </p:cNvPr>
          <p:cNvSpPr/>
          <p:nvPr/>
        </p:nvSpPr>
        <p:spPr>
          <a:xfrm>
            <a:off x="7458075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582F9BD-ED27-027C-C5F5-6CEE0B23C45E}"/>
              </a:ext>
            </a:extLst>
          </p:cNvPr>
          <p:cNvSpPr/>
          <p:nvPr/>
        </p:nvSpPr>
        <p:spPr>
          <a:xfrm>
            <a:off x="7062046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8A9EF06F-3A79-791A-7F3C-0749225BD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6649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343B688D-F437-46B1-F435-2F527AB7C03E}"/>
              </a:ext>
            </a:extLst>
          </p:cNvPr>
          <p:cNvGrpSpPr/>
          <p:nvPr/>
        </p:nvGrpSpPr>
        <p:grpSpPr>
          <a:xfrm>
            <a:off x="7492898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3F804BC-DBB0-BF46-8C0C-778B5AD716CB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55D81449-F9FC-E025-53C1-5EB55FDABAD8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03D750A8-FE6D-C247-F6F3-B022F0225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5022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629094D8-4CC7-EF31-00B5-8D62B6F1C5B7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A2D887A5-A511-A989-76F7-A3325F356C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C21DDDA9-FAA0-2E55-15EB-813F2620DFA9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76C4EA9-B80E-CB8A-E4F6-8029D37FC9F1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C4C46A72-6DE8-9E95-5C72-2352179BDD09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8D2BD8FD-F8C8-22FC-938F-457E6D0E97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01DE502-A20C-2E5F-830A-64266162CD73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3AEE2B1E-ED66-6EB7-8E36-92DA7DF979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D209598E-30E1-D3ED-5017-B69849D19693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C9CA961-6B93-259E-302E-8FD3E2A8EEDE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35270DAB-B86A-31A4-766B-B0CB4899DD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C28A92E-CFA1-E657-8387-267AFF56012A}"/>
              </a:ext>
            </a:extLst>
          </p:cNvPr>
          <p:cNvSpPr/>
          <p:nvPr/>
        </p:nvSpPr>
        <p:spPr>
          <a:xfrm>
            <a:off x="4835126" y="6304834"/>
            <a:ext cx="3355017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923F8694-E427-D29F-C641-3C9E450A73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96700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34DA11EF-8595-F883-70E8-80DDDC72A0F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84046" y="6314014"/>
            <a:ext cx="392171" cy="392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31B14C-C95C-4541-54BE-22DA6F9EEE84}"/>
              </a:ext>
            </a:extLst>
          </p:cNvPr>
          <p:cNvSpPr txBox="1"/>
          <p:nvPr/>
        </p:nvSpPr>
        <p:spPr>
          <a:xfrm>
            <a:off x="9457563" y="126889"/>
            <a:ext cx="1987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Thông tin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0C3DE2-93C8-5BCE-78BC-19B4152692A2}"/>
              </a:ext>
            </a:extLst>
          </p:cNvPr>
          <p:cNvSpPr/>
          <p:nvPr/>
        </p:nvSpPr>
        <p:spPr>
          <a:xfrm>
            <a:off x="10160694" y="640838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9B19CC-34A4-12A0-039A-223DAB06DCD1}"/>
              </a:ext>
            </a:extLst>
          </p:cNvPr>
          <p:cNvSpPr txBox="1"/>
          <p:nvPr/>
        </p:nvSpPr>
        <p:spPr>
          <a:xfrm>
            <a:off x="9456232" y="1277097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Trần Văn Bằng</a:t>
            </a:r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5E5441-FA71-9F98-3897-94C3A1B1A977}"/>
              </a:ext>
            </a:extLst>
          </p:cNvPr>
          <p:cNvGrpSpPr/>
          <p:nvPr/>
        </p:nvGrpSpPr>
        <p:grpSpPr>
          <a:xfrm>
            <a:off x="9401996" y="1358253"/>
            <a:ext cx="207020" cy="207020"/>
            <a:chOff x="9401996" y="1358253"/>
            <a:chExt cx="207020" cy="20702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6F350B6-6044-5CE0-2FBD-18BB87090AC5}"/>
                </a:ext>
              </a:extLst>
            </p:cNvPr>
            <p:cNvSpPr/>
            <p:nvPr/>
          </p:nvSpPr>
          <p:spPr>
            <a:xfrm>
              <a:off x="9401996" y="1358253"/>
              <a:ext cx="207020" cy="2070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Pencil with solid fill">
              <a:extLst>
                <a:ext uri="{FF2B5EF4-FFF2-40B4-BE49-F238E27FC236}">
                  <a16:creationId xmlns:a16="http://schemas.microsoft.com/office/drawing/2014/main" id="{E842D9D7-7AA5-4AA8-BF69-F548A410C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28961" y="1385218"/>
              <a:ext cx="153090" cy="153090"/>
            </a:xfrm>
            <a:prstGeom prst="rect">
              <a:avLst/>
            </a:prstGeom>
          </p:spPr>
        </p:pic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BDC1CF46-4FAF-C7E5-2C92-60A1B1493F4A}"/>
              </a:ext>
            </a:extLst>
          </p:cNvPr>
          <p:cNvSpPr/>
          <p:nvPr/>
        </p:nvSpPr>
        <p:spPr>
          <a:xfrm>
            <a:off x="8765040" y="2552059"/>
            <a:ext cx="3369807" cy="688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c 59" descr="Ringer with solid fill">
            <a:extLst>
              <a:ext uri="{FF2B5EF4-FFF2-40B4-BE49-F238E27FC236}">
                <a16:creationId xmlns:a16="http://schemas.microsoft.com/office/drawing/2014/main" id="{A4A4EF45-748C-7BD5-0291-C97318AFBC2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63611" y="1774307"/>
            <a:ext cx="283713" cy="28371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E4249BE6-758B-280E-0047-0E93FBB134DE}"/>
              </a:ext>
            </a:extLst>
          </p:cNvPr>
          <p:cNvSpPr/>
          <p:nvPr/>
        </p:nvSpPr>
        <p:spPr>
          <a:xfrm>
            <a:off x="9795534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Pin with solid fill">
            <a:extLst>
              <a:ext uri="{FF2B5EF4-FFF2-40B4-BE49-F238E27FC236}">
                <a16:creationId xmlns:a16="http://schemas.microsoft.com/office/drawing/2014/main" id="{27EE6057-1C4B-C364-B55E-A82BE112813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819266" y="1774307"/>
            <a:ext cx="283714" cy="283714"/>
          </a:xfrm>
          <a:prstGeom prst="rect">
            <a:avLst/>
          </a:prstGeom>
        </p:spPr>
      </p:pic>
      <p:sp>
        <p:nvSpPr>
          <p:cNvPr id="92" name="Oval 91">
            <a:extLst>
              <a:ext uri="{FF2B5EF4-FFF2-40B4-BE49-F238E27FC236}">
                <a16:creationId xmlns:a16="http://schemas.microsoft.com/office/drawing/2014/main" id="{403EF5BC-7D06-F83A-FE65-DACFD528FC47}"/>
              </a:ext>
            </a:extLst>
          </p:cNvPr>
          <p:cNvSpPr/>
          <p:nvPr/>
        </p:nvSpPr>
        <p:spPr>
          <a:xfrm>
            <a:off x="10647389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c 69" descr="Users with solid fill">
            <a:extLst>
              <a:ext uri="{FF2B5EF4-FFF2-40B4-BE49-F238E27FC236}">
                <a16:creationId xmlns:a16="http://schemas.microsoft.com/office/drawing/2014/main" id="{36EFABC0-04DA-B297-F87A-4C74F3AC6CA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671121" y="1774307"/>
            <a:ext cx="283713" cy="283713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79C534D-203D-389F-9012-71049941FB1C}"/>
              </a:ext>
            </a:extLst>
          </p:cNvPr>
          <p:cNvSpPr txBox="1"/>
          <p:nvPr/>
        </p:nvSpPr>
        <p:spPr>
          <a:xfrm>
            <a:off x="10745173" y="1673905"/>
            <a:ext cx="171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+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981C3F8-8CE7-51EA-674D-575E7ECA464F}"/>
              </a:ext>
            </a:extLst>
          </p:cNvPr>
          <p:cNvSpPr txBox="1"/>
          <p:nvPr/>
        </p:nvSpPr>
        <p:spPr>
          <a:xfrm>
            <a:off x="8570155" y="20528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Tắt</a:t>
            </a:r>
            <a:r>
              <a:rPr lang="en-US" sz="1000" dirty="0"/>
              <a:t> </a:t>
            </a:r>
          </a:p>
          <a:p>
            <a:pPr algn="ctr"/>
            <a:r>
              <a:rPr lang="en-US" sz="1000" dirty="0" err="1"/>
              <a:t>thông</a:t>
            </a:r>
            <a:r>
              <a:rPr lang="en-US" sz="1000" dirty="0"/>
              <a:t> </a:t>
            </a:r>
            <a:r>
              <a:rPr lang="en-US" sz="1000" dirty="0" err="1"/>
              <a:t>báo</a:t>
            </a:r>
            <a:endParaRPr lang="en-US" sz="1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E805965-7EA0-1979-D8DA-594A6309364B}"/>
              </a:ext>
            </a:extLst>
          </p:cNvPr>
          <p:cNvSpPr txBox="1"/>
          <p:nvPr/>
        </p:nvSpPr>
        <p:spPr>
          <a:xfrm>
            <a:off x="9425811" y="2061979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Ghim </a:t>
            </a:r>
          </a:p>
          <a:p>
            <a:pPr algn="ctr"/>
            <a:r>
              <a:rPr lang="en-US" sz="1000" dirty="0" err="1"/>
              <a:t>cuộc</a:t>
            </a:r>
            <a:r>
              <a:rPr lang="en-US" sz="1000" dirty="0"/>
              <a:t> </a:t>
            </a:r>
            <a:r>
              <a:rPr lang="en-US" sz="1000" dirty="0" err="1"/>
              <a:t>hội</a:t>
            </a:r>
            <a:r>
              <a:rPr lang="en-US" sz="1000" dirty="0"/>
              <a:t> </a:t>
            </a:r>
            <a:r>
              <a:rPr lang="en-US" sz="1000" dirty="0" err="1"/>
              <a:t>thoai</a:t>
            </a:r>
            <a:endParaRPr lang="en-US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C194D94-DEF6-3F43-6BD1-EEF77F30BE4E}"/>
              </a:ext>
            </a:extLst>
          </p:cNvPr>
          <p:cNvSpPr txBox="1"/>
          <p:nvPr/>
        </p:nvSpPr>
        <p:spPr>
          <a:xfrm>
            <a:off x="10277665" y="2061979"/>
            <a:ext cx="1070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Tạo</a:t>
            </a:r>
            <a:r>
              <a:rPr lang="en-US" sz="1000" dirty="0"/>
              <a:t> </a:t>
            </a:r>
            <a:r>
              <a:rPr lang="en-US" sz="1000" dirty="0" err="1"/>
              <a:t>nhóm</a:t>
            </a:r>
            <a:endParaRPr lang="en-US" sz="10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A5FB646-C8D4-5F6A-E41D-E3B3FACD99EA}"/>
              </a:ext>
            </a:extLst>
          </p:cNvPr>
          <p:cNvSpPr/>
          <p:nvPr/>
        </p:nvSpPr>
        <p:spPr>
          <a:xfrm>
            <a:off x="11500969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9631A2AA-A678-24A1-383D-3B1FE5DDE46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523776" y="1830351"/>
            <a:ext cx="228593" cy="228593"/>
          </a:xfrm>
          <a:prstGeom prst="rect">
            <a:avLst/>
          </a:prstGeom>
        </p:spPr>
      </p:pic>
      <p:pic>
        <p:nvPicPr>
          <p:cNvPr id="111" name="Graphic 110" descr="Clock with solid fill">
            <a:extLst>
              <a:ext uri="{FF2B5EF4-FFF2-40B4-BE49-F238E27FC236}">
                <a16:creationId xmlns:a16="http://schemas.microsoft.com/office/drawing/2014/main" id="{D708E648-310D-B8D1-9DCD-03F8AB779CD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607514" y="1774307"/>
            <a:ext cx="194895" cy="194895"/>
          </a:xfrm>
          <a:prstGeom prst="rect">
            <a:avLst/>
          </a:prstGeom>
        </p:spPr>
      </p:pic>
      <p:sp>
        <p:nvSpPr>
          <p:cNvPr id="112" name="Oval 111">
            <a:extLst>
              <a:ext uri="{FF2B5EF4-FFF2-40B4-BE49-F238E27FC236}">
                <a16:creationId xmlns:a16="http://schemas.microsoft.com/office/drawing/2014/main" id="{A57F2AC8-D3E6-9708-B861-09BB57A9D8C4}"/>
              </a:ext>
            </a:extLst>
          </p:cNvPr>
          <p:cNvSpPr/>
          <p:nvPr/>
        </p:nvSpPr>
        <p:spPr>
          <a:xfrm>
            <a:off x="11514624" y="1766610"/>
            <a:ext cx="303868" cy="303868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008A347-DFC6-0FEA-A007-32D20CC0A1C9}"/>
              </a:ext>
            </a:extLst>
          </p:cNvPr>
          <p:cNvSpPr txBox="1"/>
          <p:nvPr/>
        </p:nvSpPr>
        <p:spPr>
          <a:xfrm>
            <a:off x="11102760" y="20639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Tin </a:t>
            </a:r>
            <a:r>
              <a:rPr lang="en-US" sz="1000" dirty="0" err="1"/>
              <a:t>nhắn</a:t>
            </a:r>
            <a:endParaRPr lang="en-US" sz="1000" dirty="0"/>
          </a:p>
          <a:p>
            <a:pPr algn="ctr"/>
            <a:r>
              <a:rPr lang="en-US" sz="1000" dirty="0" err="1"/>
              <a:t>tạm</a:t>
            </a:r>
            <a:r>
              <a:rPr lang="en-US" sz="1000" dirty="0"/>
              <a:t> </a:t>
            </a:r>
            <a:r>
              <a:rPr lang="en-US" sz="1000" dirty="0" err="1"/>
              <a:t>thời</a:t>
            </a:r>
            <a:endParaRPr lang="en-US" sz="10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00772CC-D678-117F-FB7A-2E8EE1ED068B}"/>
              </a:ext>
            </a:extLst>
          </p:cNvPr>
          <p:cNvSpPr/>
          <p:nvPr/>
        </p:nvSpPr>
        <p:spPr>
          <a:xfrm>
            <a:off x="8765040" y="2620896"/>
            <a:ext cx="3369807" cy="3928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Tuỳ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chỉnh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đoạn</a:t>
            </a:r>
            <a:r>
              <a:rPr lang="en-US" sz="1400" dirty="0">
                <a:solidFill>
                  <a:schemeClr val="tx1"/>
                </a:solidFill>
              </a:rPr>
              <a:t> chat</a:t>
            </a:r>
          </a:p>
        </p:txBody>
      </p:sp>
      <p:pic>
        <p:nvPicPr>
          <p:cNvPr id="116" name="Graphic 115" descr="Caret Right with solid fill">
            <a:extLst>
              <a:ext uri="{FF2B5EF4-FFF2-40B4-BE49-F238E27FC236}">
                <a16:creationId xmlns:a16="http://schemas.microsoft.com/office/drawing/2014/main" id="{43704A05-6511-A38C-1977-F806DE19D0F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5400000">
            <a:off x="11592569" y="2620896"/>
            <a:ext cx="417064" cy="41706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9A00A6C9-88E1-4EC0-C71A-7197186261BD}"/>
              </a:ext>
            </a:extLst>
          </p:cNvPr>
          <p:cNvSpPr/>
          <p:nvPr/>
        </p:nvSpPr>
        <p:spPr>
          <a:xfrm>
            <a:off x="8765038" y="3020623"/>
            <a:ext cx="3369807" cy="3928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Đổi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chủ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đề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9FBC5DC-87B0-AE07-3875-F2E5C84D8E00}"/>
              </a:ext>
            </a:extLst>
          </p:cNvPr>
          <p:cNvSpPr/>
          <p:nvPr/>
        </p:nvSpPr>
        <p:spPr>
          <a:xfrm>
            <a:off x="8762319" y="3413470"/>
            <a:ext cx="3369807" cy="3928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Đổi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biểu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tượng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cảm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xúc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AB24359-BEEB-0034-9F9B-3A01A76AFB23}"/>
              </a:ext>
            </a:extLst>
          </p:cNvPr>
          <p:cNvSpPr/>
          <p:nvPr/>
        </p:nvSpPr>
        <p:spPr>
          <a:xfrm>
            <a:off x="3555062" y="5425296"/>
            <a:ext cx="2299088" cy="8795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D8111FF-B164-8886-8BCC-36248F91C2A1}"/>
              </a:ext>
            </a:extLst>
          </p:cNvPr>
          <p:cNvSpPr/>
          <p:nvPr/>
        </p:nvSpPr>
        <p:spPr>
          <a:xfrm>
            <a:off x="3553413" y="5424174"/>
            <a:ext cx="2299088" cy="4402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Chơi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3F4D066-5D8C-9804-919F-AEC691D381CC}"/>
              </a:ext>
            </a:extLst>
          </p:cNvPr>
          <p:cNvSpPr/>
          <p:nvPr/>
        </p:nvSpPr>
        <p:spPr>
          <a:xfrm>
            <a:off x="3555009" y="5881689"/>
            <a:ext cx="2299088" cy="4258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Gửi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trí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3" name="Graphic 122" descr="Game controller with solid fill">
            <a:extLst>
              <a:ext uri="{FF2B5EF4-FFF2-40B4-BE49-F238E27FC236}">
                <a16:creationId xmlns:a16="http://schemas.microsoft.com/office/drawing/2014/main" id="{51023808-F489-9922-E362-4B08BFF4E50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48919" y="5452227"/>
            <a:ext cx="431954" cy="431954"/>
          </a:xfrm>
          <a:prstGeom prst="rect">
            <a:avLst/>
          </a:prstGeom>
        </p:spPr>
      </p:pic>
      <p:pic>
        <p:nvPicPr>
          <p:cNvPr id="125" name="Graphic 124" descr="Marker with solid fill">
            <a:extLst>
              <a:ext uri="{FF2B5EF4-FFF2-40B4-BE49-F238E27FC236}">
                <a16:creationId xmlns:a16="http://schemas.microsoft.com/office/drawing/2014/main" id="{946E473F-BDE5-522D-BDBD-20847F16AA9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354593" y="5897003"/>
            <a:ext cx="407831" cy="407831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C1567FF6-8ED7-B6E1-68A3-7F53F00EE382}"/>
              </a:ext>
            </a:extLst>
          </p:cNvPr>
          <p:cNvSpPr/>
          <p:nvPr/>
        </p:nvSpPr>
        <p:spPr>
          <a:xfrm>
            <a:off x="8765038" y="3904288"/>
            <a:ext cx="3369807" cy="3928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Lưu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trữ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cuộc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trò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chuyện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21B61D9-C950-23A8-09F3-70C2C6110C75}"/>
              </a:ext>
            </a:extLst>
          </p:cNvPr>
          <p:cNvSpPr/>
          <p:nvPr/>
        </p:nvSpPr>
        <p:spPr>
          <a:xfrm>
            <a:off x="8765038" y="4309278"/>
            <a:ext cx="3369807" cy="3928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Ẩn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cuộc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trò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chuyện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8A25D36-D350-6F19-E50A-EC3AA1D4B06A}"/>
              </a:ext>
            </a:extLst>
          </p:cNvPr>
          <p:cNvSpPr/>
          <p:nvPr/>
        </p:nvSpPr>
        <p:spPr>
          <a:xfrm>
            <a:off x="8765040" y="4714793"/>
            <a:ext cx="3369807" cy="3928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Xoá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cuộc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trò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chuyện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30" name="Graphic 129" descr="Garbage with solid fill">
            <a:extLst>
              <a:ext uri="{FF2B5EF4-FFF2-40B4-BE49-F238E27FC236}">
                <a16:creationId xmlns:a16="http://schemas.microsoft.com/office/drawing/2014/main" id="{9BBE617F-4525-3794-8D78-2F624F10419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666558" y="4708817"/>
            <a:ext cx="352812" cy="352812"/>
          </a:xfrm>
          <a:prstGeom prst="rect">
            <a:avLst/>
          </a:prstGeom>
        </p:spPr>
      </p:pic>
      <p:pic>
        <p:nvPicPr>
          <p:cNvPr id="132" name="Graphic 131" descr="Eye with solid fill">
            <a:extLst>
              <a:ext uri="{FF2B5EF4-FFF2-40B4-BE49-F238E27FC236}">
                <a16:creationId xmlns:a16="http://schemas.microsoft.com/office/drawing/2014/main" id="{CF1C0326-BF36-433C-CF7C-37B7EF3DDF08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626119" y="4290069"/>
            <a:ext cx="412056" cy="412056"/>
          </a:xfrm>
          <a:prstGeom prst="rect">
            <a:avLst/>
          </a:prstGeom>
        </p:spPr>
      </p:pic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33F8A43-83B6-4734-A814-3569941BBCF9}"/>
              </a:ext>
            </a:extLst>
          </p:cNvPr>
          <p:cNvCxnSpPr/>
          <p:nvPr/>
        </p:nvCxnSpPr>
        <p:spPr>
          <a:xfrm flipH="1">
            <a:off x="11697665" y="4391296"/>
            <a:ext cx="270298" cy="214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6" name="Graphic 135" descr="Box with solid fill">
            <a:extLst>
              <a:ext uri="{FF2B5EF4-FFF2-40B4-BE49-F238E27FC236}">
                <a16:creationId xmlns:a16="http://schemas.microsoft.com/office/drawing/2014/main" id="{27C46AD3-DE54-BE0C-72D1-9A3B4033BAA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652319" y="3914535"/>
            <a:ext cx="362006" cy="362006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500A96FA-DE4B-DAAE-0CFF-E6D9F1462C7E}"/>
              </a:ext>
            </a:extLst>
          </p:cNvPr>
          <p:cNvSpPr txBox="1"/>
          <p:nvPr/>
        </p:nvSpPr>
        <p:spPr>
          <a:xfrm>
            <a:off x="4747983" y="2757382"/>
            <a:ext cx="4449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INFOR</a:t>
            </a:r>
          </a:p>
        </p:txBody>
      </p:sp>
    </p:spTree>
    <p:extLst>
      <p:ext uri="{BB962C8B-B14F-4D97-AF65-F5344CB8AC3E}">
        <p14:creationId xmlns:p14="http://schemas.microsoft.com/office/powerpoint/2010/main" val="4155358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DE278-8C4F-DFD7-8778-84FB95FB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962BE0-7EEA-714D-47BF-B2BDC66E0F1A}"/>
              </a:ext>
            </a:extLst>
          </p:cNvPr>
          <p:cNvSpPr/>
          <p:nvPr/>
        </p:nvSpPr>
        <p:spPr>
          <a:xfrm>
            <a:off x="8765040" y="65315"/>
            <a:ext cx="3369807" cy="671804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A182678-1B76-4C28-9F56-C4D5035B20E8}"/>
              </a:ext>
            </a:extLst>
          </p:cNvPr>
          <p:cNvSpPr/>
          <p:nvPr/>
        </p:nvSpPr>
        <p:spPr>
          <a:xfrm>
            <a:off x="8939878" y="1751255"/>
            <a:ext cx="331178" cy="33117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E06C3-84C1-25E8-FD96-C02809DBBFE4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A807B48-584F-458C-5125-97F2A332E7EB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AAAC22-4B26-A510-EDBF-AE33F17A1D31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D72F0A-050C-982A-4ED7-A69704E6B70F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16FB78-3463-847E-97CA-58E0FAA7AF18}"/>
              </a:ext>
            </a:extLst>
          </p:cNvPr>
          <p:cNvSpPr/>
          <p:nvPr/>
        </p:nvSpPr>
        <p:spPr>
          <a:xfrm>
            <a:off x="3455495" y="65315"/>
            <a:ext cx="5254210" cy="6718040"/>
          </a:xfrm>
          <a:prstGeom prst="roundRect">
            <a:avLst>
              <a:gd name="adj" fmla="val 14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450F2E-2F19-6C6C-A4A5-283334D65B84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AECDDC4-73B3-BAC8-C045-FE436D98D071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7853C-07A7-086C-FAFE-C1C3FD1DA982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Trần Văn Bằng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EB29E5-F839-E054-73AA-EE72A9872FF5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(Trạng thái)</a:t>
            </a:r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83BC3CE-40AB-EC40-4BF5-00A5C898938A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F3264F-5F30-5BB3-D405-EF4DCE22FF9F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9A9E970-B0EE-6682-BAAD-A01CC7BA54ED}"/>
              </a:ext>
            </a:extLst>
          </p:cNvPr>
          <p:cNvSpPr/>
          <p:nvPr/>
        </p:nvSpPr>
        <p:spPr>
          <a:xfrm>
            <a:off x="3452325" y="584992"/>
            <a:ext cx="5228741" cy="5644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F514BA-CD8B-8586-2E28-F5D9044FFC2E}"/>
              </a:ext>
            </a:extLst>
          </p:cNvPr>
          <p:cNvCxnSpPr>
            <a:cxnSpLocks/>
          </p:cNvCxnSpPr>
          <p:nvPr/>
        </p:nvCxnSpPr>
        <p:spPr>
          <a:xfrm>
            <a:off x="3452326" y="588816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BB1888C-125E-E004-CABB-42F570E53047}"/>
              </a:ext>
            </a:extLst>
          </p:cNvPr>
          <p:cNvCxnSpPr>
            <a:cxnSpLocks/>
          </p:cNvCxnSpPr>
          <p:nvPr/>
        </p:nvCxnSpPr>
        <p:spPr>
          <a:xfrm>
            <a:off x="3452326" y="6226634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8A6AC9-27CE-47CB-7CFB-DC1D588AF09A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tx1"/>
                </a:solidFill>
              </a:rPr>
              <a:t>🔍 </a:t>
            </a:r>
            <a:r>
              <a:rPr lang="vi-VN" sz="1400" dirty="0">
                <a:solidFill>
                  <a:schemeClr val="tx1"/>
                </a:solidFill>
              </a:rPr>
              <a:t>Tìm kiếm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FD28165-4F9F-20CC-BF8B-ED451A20BE03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9A91AC-68DA-115C-AD4F-CE2C99D1DAD1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F0860DA-0278-07BE-69A4-4A4D367299CC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F6AB6-F81B-95D2-0538-9AC86242C4AD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8FA9B-F692-3A62-24B7-B9B14BB2B82B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/>
              <a:t>Bạn: abcefghik</a:t>
            </a:r>
            <a:endParaRPr lang="en-US" sz="11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70BC64E-6FBF-9FF1-C1A9-01D00D94BCDB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9D0934C-004B-2196-B310-7F3A6F6ED8A0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6A9583-A215-242A-4631-C5CE12EFB44C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1FE79D-42A3-305E-1013-641E18621CF6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Trần Văn Bằng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FC9A32-CD4B-2F90-D349-0CBB9BBB87BC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/>
              <a:t>abcefghik</a:t>
            </a:r>
            <a:endParaRPr lang="en-US" sz="11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0F9B042-DF30-0D38-F1D1-7EE964F90416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88EF634-5D86-6D51-CB11-DA7B39425B0F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KinKen</a:t>
            </a:r>
            <a:r>
              <a:rPr lang="en-US" dirty="0">
                <a:solidFill>
                  <a:schemeClr val="tx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7915E40-740F-AFA0-C873-88D6ABE47686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E9DC3CA-8073-2C73-2109-324126522228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F3FABE3-89AB-C9B0-E970-046B9571FE63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D3CAD8C-7160-C92C-D8F7-05893BDC7D6B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0C8913F-0101-35EF-3CF8-CD4F376DEF6A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0A6CE4C-CDBA-077B-AD76-7CB6297CD28C}"/>
              </a:ext>
            </a:extLst>
          </p:cNvPr>
          <p:cNvSpPr/>
          <p:nvPr/>
        </p:nvSpPr>
        <p:spPr>
          <a:xfrm>
            <a:off x="472598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3041D5-71E9-2E14-C2F3-A11207B884B1}"/>
              </a:ext>
            </a:extLst>
          </p:cNvPr>
          <p:cNvSpPr/>
          <p:nvPr/>
        </p:nvSpPr>
        <p:spPr>
          <a:xfrm>
            <a:off x="828042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3DD2F47-9F5E-50C1-49B6-E24F5BC6D4B0}"/>
              </a:ext>
            </a:extLst>
          </p:cNvPr>
          <p:cNvSpPr/>
          <p:nvPr/>
        </p:nvSpPr>
        <p:spPr>
          <a:xfrm>
            <a:off x="718926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D4B42B5-F128-0F26-7478-1760EE3AA017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E1F25F-9537-9679-0658-1704E39DCAB2}"/>
              </a:ext>
            </a:extLst>
          </p:cNvPr>
          <p:cNvSpPr txBox="1"/>
          <p:nvPr/>
        </p:nvSpPr>
        <p:spPr>
          <a:xfrm>
            <a:off x="5060815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Hôm</a:t>
            </a:r>
            <a:r>
              <a:rPr lang="en-US" sz="1200" dirty="0"/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1779F00-FEF5-CF80-F62D-3A75D58DA008}"/>
              </a:ext>
            </a:extLst>
          </p:cNvPr>
          <p:cNvSpPr/>
          <p:nvPr/>
        </p:nvSpPr>
        <p:spPr>
          <a:xfrm>
            <a:off x="851174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70AF664-AC61-005E-D28E-1EFD1FE12F87}"/>
              </a:ext>
            </a:extLst>
          </p:cNvPr>
          <p:cNvSpPr/>
          <p:nvPr/>
        </p:nvSpPr>
        <p:spPr>
          <a:xfrm>
            <a:off x="853357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0283741F-8053-DC90-0E7B-3808A360FC14}"/>
              </a:ext>
            </a:extLst>
          </p:cNvPr>
          <p:cNvSpPr/>
          <p:nvPr/>
        </p:nvSpPr>
        <p:spPr>
          <a:xfrm>
            <a:off x="852446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A7FDF371-061B-5888-6737-52DBB8DBEE41}"/>
              </a:ext>
            </a:extLst>
          </p:cNvPr>
          <p:cNvSpPr/>
          <p:nvPr/>
        </p:nvSpPr>
        <p:spPr>
          <a:xfrm rot="10800000">
            <a:off x="852537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C514AFE-2303-9E42-0F99-8D981946AF40}"/>
              </a:ext>
            </a:extLst>
          </p:cNvPr>
          <p:cNvSpPr/>
          <p:nvPr/>
        </p:nvSpPr>
        <p:spPr>
          <a:xfrm>
            <a:off x="8250747" y="148416"/>
            <a:ext cx="367391" cy="36739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A1FEA78-A764-F9E8-1D6D-7A1A92F5DF6D}"/>
              </a:ext>
            </a:extLst>
          </p:cNvPr>
          <p:cNvSpPr/>
          <p:nvPr/>
        </p:nvSpPr>
        <p:spPr>
          <a:xfrm>
            <a:off x="785471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B27188F-07E2-74AF-505D-DEBFE5EBAD9F}"/>
              </a:ext>
            </a:extLst>
          </p:cNvPr>
          <p:cNvSpPr/>
          <p:nvPr/>
        </p:nvSpPr>
        <p:spPr>
          <a:xfrm>
            <a:off x="7458075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494F570-DF5F-1B63-8975-C52ED4F21372}"/>
              </a:ext>
            </a:extLst>
          </p:cNvPr>
          <p:cNvSpPr/>
          <p:nvPr/>
        </p:nvSpPr>
        <p:spPr>
          <a:xfrm>
            <a:off x="7062046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2514DCDC-CABA-FA8C-53BA-23D70C787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6649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2B1BFAE-1ED1-9202-21BC-A5D50B43E9C6}"/>
              </a:ext>
            </a:extLst>
          </p:cNvPr>
          <p:cNvGrpSpPr/>
          <p:nvPr/>
        </p:nvGrpSpPr>
        <p:grpSpPr>
          <a:xfrm>
            <a:off x="7492898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2DB434BC-EFA3-1D70-61B4-BBBF65356B11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70DC32C4-5BC9-5B31-AF41-8AF082CBCC1F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A59D1851-CA64-4FC2-7968-3F7040942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5022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62A3DA5A-DED3-288F-C023-35816385C6F5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1E1534D0-A198-E749-147C-11D170C4F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25F820D2-94E8-018D-A199-2DB657AF3DD4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639386AA-A36D-E809-93F4-F71B4D14A25B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3AAACC61-3417-43E4-50E6-423B3253C630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D517B374-6349-457E-D486-4F3A0FE64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D6CC983-3C99-5D28-6B7A-244BAC46F1C3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1DB03252-4983-D08F-E13C-D51A6351D7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57BA051-05FE-1386-8B49-226A68931B40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21D0A17-4802-F6BE-32F0-22DF0984B9A7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88029055-45B3-C092-E00B-123A437552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4C6A54C-7777-8030-6D18-45DCD7F8079D}"/>
              </a:ext>
            </a:extLst>
          </p:cNvPr>
          <p:cNvSpPr/>
          <p:nvPr/>
        </p:nvSpPr>
        <p:spPr>
          <a:xfrm>
            <a:off x="4835126" y="6304834"/>
            <a:ext cx="3355017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B00AD12E-1C4A-F343-6FC4-44F240FA9A9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96700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25B375A0-A491-ACAA-745F-DBBE73785B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84046" y="6314014"/>
            <a:ext cx="392171" cy="392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463DE6-161E-5D17-D102-04300C83C708}"/>
              </a:ext>
            </a:extLst>
          </p:cNvPr>
          <p:cNvSpPr txBox="1"/>
          <p:nvPr/>
        </p:nvSpPr>
        <p:spPr>
          <a:xfrm>
            <a:off x="9457563" y="126889"/>
            <a:ext cx="1987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Thông tin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BE6B43-1B32-3AAC-F955-5730BF972C01}"/>
              </a:ext>
            </a:extLst>
          </p:cNvPr>
          <p:cNvSpPr/>
          <p:nvPr/>
        </p:nvSpPr>
        <p:spPr>
          <a:xfrm>
            <a:off x="10160694" y="640838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79DBD0-7D7A-456A-4FEE-8726D773AB80}"/>
              </a:ext>
            </a:extLst>
          </p:cNvPr>
          <p:cNvSpPr txBox="1"/>
          <p:nvPr/>
        </p:nvSpPr>
        <p:spPr>
          <a:xfrm>
            <a:off x="9456232" y="1277097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Trần Văn Bằng</a:t>
            </a:r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BE0987A-C236-641C-29BC-19AFB4DAE305}"/>
              </a:ext>
            </a:extLst>
          </p:cNvPr>
          <p:cNvGrpSpPr/>
          <p:nvPr/>
        </p:nvGrpSpPr>
        <p:grpSpPr>
          <a:xfrm>
            <a:off x="9401996" y="1358253"/>
            <a:ext cx="207020" cy="207020"/>
            <a:chOff x="9401996" y="1358253"/>
            <a:chExt cx="207020" cy="20702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FB3DC0-8618-E9F3-901C-C3F9D69DD06A}"/>
                </a:ext>
              </a:extLst>
            </p:cNvPr>
            <p:cNvSpPr/>
            <p:nvPr/>
          </p:nvSpPr>
          <p:spPr>
            <a:xfrm>
              <a:off x="9401996" y="1358253"/>
              <a:ext cx="207020" cy="20702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Pencil with solid fill">
              <a:extLst>
                <a:ext uri="{FF2B5EF4-FFF2-40B4-BE49-F238E27FC236}">
                  <a16:creationId xmlns:a16="http://schemas.microsoft.com/office/drawing/2014/main" id="{0A993260-F163-FBC3-619E-8F9E87FF5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28961" y="1385218"/>
              <a:ext cx="153090" cy="153090"/>
            </a:xfrm>
            <a:prstGeom prst="rect">
              <a:avLst/>
            </a:prstGeom>
          </p:spPr>
        </p:pic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4959A85F-C419-2263-68E7-E6C3A4670FA0}"/>
              </a:ext>
            </a:extLst>
          </p:cNvPr>
          <p:cNvSpPr/>
          <p:nvPr/>
        </p:nvSpPr>
        <p:spPr>
          <a:xfrm>
            <a:off x="8765040" y="2552059"/>
            <a:ext cx="3369807" cy="688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c 59" descr="Ringer with solid fill">
            <a:extLst>
              <a:ext uri="{FF2B5EF4-FFF2-40B4-BE49-F238E27FC236}">
                <a16:creationId xmlns:a16="http://schemas.microsoft.com/office/drawing/2014/main" id="{534F5864-8589-8B9B-50D3-16BF30DF876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63611" y="1774307"/>
            <a:ext cx="283713" cy="28371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FFA02D63-DC1E-7466-3CA0-F5E41CDFC671}"/>
              </a:ext>
            </a:extLst>
          </p:cNvPr>
          <p:cNvSpPr/>
          <p:nvPr/>
        </p:nvSpPr>
        <p:spPr>
          <a:xfrm>
            <a:off x="9795534" y="1751255"/>
            <a:ext cx="331178" cy="33117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Pin with solid fill">
            <a:extLst>
              <a:ext uri="{FF2B5EF4-FFF2-40B4-BE49-F238E27FC236}">
                <a16:creationId xmlns:a16="http://schemas.microsoft.com/office/drawing/2014/main" id="{F19FA04F-96DC-F3CB-2F6C-469CE4C5FB3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819266" y="1774307"/>
            <a:ext cx="283714" cy="283714"/>
          </a:xfrm>
          <a:prstGeom prst="rect">
            <a:avLst/>
          </a:prstGeom>
        </p:spPr>
      </p:pic>
      <p:sp>
        <p:nvSpPr>
          <p:cNvPr id="92" name="Oval 91">
            <a:extLst>
              <a:ext uri="{FF2B5EF4-FFF2-40B4-BE49-F238E27FC236}">
                <a16:creationId xmlns:a16="http://schemas.microsoft.com/office/drawing/2014/main" id="{76E65C7C-447F-5486-1077-ED003F63E07A}"/>
              </a:ext>
            </a:extLst>
          </p:cNvPr>
          <p:cNvSpPr/>
          <p:nvPr/>
        </p:nvSpPr>
        <p:spPr>
          <a:xfrm>
            <a:off x="10647389" y="1751255"/>
            <a:ext cx="331178" cy="33117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c 69" descr="Users with solid fill">
            <a:extLst>
              <a:ext uri="{FF2B5EF4-FFF2-40B4-BE49-F238E27FC236}">
                <a16:creationId xmlns:a16="http://schemas.microsoft.com/office/drawing/2014/main" id="{BB4DCD72-1267-B9E7-EACF-52B4CE4F1C6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671121" y="1774307"/>
            <a:ext cx="283713" cy="283713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542CE482-FEF5-008A-6E0B-257B233D0442}"/>
              </a:ext>
            </a:extLst>
          </p:cNvPr>
          <p:cNvSpPr txBox="1"/>
          <p:nvPr/>
        </p:nvSpPr>
        <p:spPr>
          <a:xfrm>
            <a:off x="10745173" y="1673905"/>
            <a:ext cx="171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+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18D43B5-78EF-6230-5CB3-D8BE9BC22E4E}"/>
              </a:ext>
            </a:extLst>
          </p:cNvPr>
          <p:cNvSpPr txBox="1"/>
          <p:nvPr/>
        </p:nvSpPr>
        <p:spPr>
          <a:xfrm>
            <a:off x="8570155" y="20528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Tắt</a:t>
            </a:r>
            <a:r>
              <a:rPr lang="en-US" sz="1000" dirty="0"/>
              <a:t> </a:t>
            </a:r>
          </a:p>
          <a:p>
            <a:pPr algn="ctr"/>
            <a:r>
              <a:rPr lang="en-US" sz="1000" dirty="0" err="1"/>
              <a:t>thông</a:t>
            </a:r>
            <a:r>
              <a:rPr lang="en-US" sz="1000" dirty="0"/>
              <a:t> </a:t>
            </a:r>
            <a:r>
              <a:rPr lang="en-US" sz="1000" dirty="0" err="1"/>
              <a:t>báo</a:t>
            </a:r>
            <a:endParaRPr lang="en-US" sz="1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5F6C3C-ADC0-12D4-7125-B5F52F5D7438}"/>
              </a:ext>
            </a:extLst>
          </p:cNvPr>
          <p:cNvSpPr txBox="1"/>
          <p:nvPr/>
        </p:nvSpPr>
        <p:spPr>
          <a:xfrm>
            <a:off x="9425811" y="2061979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Ghim </a:t>
            </a:r>
          </a:p>
          <a:p>
            <a:pPr algn="ctr"/>
            <a:r>
              <a:rPr lang="en-US" sz="1000" dirty="0" err="1"/>
              <a:t>cuộc</a:t>
            </a:r>
            <a:r>
              <a:rPr lang="en-US" sz="1000" dirty="0"/>
              <a:t> </a:t>
            </a:r>
            <a:r>
              <a:rPr lang="en-US" sz="1000" dirty="0" err="1"/>
              <a:t>hội</a:t>
            </a:r>
            <a:r>
              <a:rPr lang="en-US" sz="1000" dirty="0"/>
              <a:t> </a:t>
            </a:r>
            <a:r>
              <a:rPr lang="en-US" sz="1000" dirty="0" err="1"/>
              <a:t>thoai</a:t>
            </a:r>
            <a:endParaRPr lang="en-US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F12CA38-D107-21F0-7681-FF565F0068EE}"/>
              </a:ext>
            </a:extLst>
          </p:cNvPr>
          <p:cNvSpPr txBox="1"/>
          <p:nvPr/>
        </p:nvSpPr>
        <p:spPr>
          <a:xfrm>
            <a:off x="10277665" y="2061979"/>
            <a:ext cx="1070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Tạo</a:t>
            </a:r>
            <a:r>
              <a:rPr lang="en-US" sz="1000" dirty="0"/>
              <a:t> </a:t>
            </a:r>
            <a:r>
              <a:rPr lang="en-US" sz="1000" dirty="0" err="1"/>
              <a:t>nhóm</a:t>
            </a:r>
            <a:endParaRPr lang="en-US" sz="10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CC8BFF6-184E-6A11-EB75-37D62C5D29D5}"/>
              </a:ext>
            </a:extLst>
          </p:cNvPr>
          <p:cNvSpPr/>
          <p:nvPr/>
        </p:nvSpPr>
        <p:spPr>
          <a:xfrm>
            <a:off x="11500969" y="1751255"/>
            <a:ext cx="331178" cy="33117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C24AF3E8-87F7-F1BA-7414-93055E86B35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523776" y="1830351"/>
            <a:ext cx="228593" cy="228593"/>
          </a:xfrm>
          <a:prstGeom prst="rect">
            <a:avLst/>
          </a:prstGeom>
        </p:spPr>
      </p:pic>
      <p:pic>
        <p:nvPicPr>
          <p:cNvPr id="111" name="Graphic 110" descr="Clock with solid fill">
            <a:extLst>
              <a:ext uri="{FF2B5EF4-FFF2-40B4-BE49-F238E27FC236}">
                <a16:creationId xmlns:a16="http://schemas.microsoft.com/office/drawing/2014/main" id="{D35E07DD-184A-8682-6F59-B0AE5966E3B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607514" y="1774307"/>
            <a:ext cx="194895" cy="194895"/>
          </a:xfrm>
          <a:prstGeom prst="rect">
            <a:avLst/>
          </a:prstGeom>
        </p:spPr>
      </p:pic>
      <p:sp>
        <p:nvSpPr>
          <p:cNvPr id="112" name="Oval 111">
            <a:extLst>
              <a:ext uri="{FF2B5EF4-FFF2-40B4-BE49-F238E27FC236}">
                <a16:creationId xmlns:a16="http://schemas.microsoft.com/office/drawing/2014/main" id="{DD0F03C0-C07F-A535-1695-509CDE3D6AD6}"/>
              </a:ext>
            </a:extLst>
          </p:cNvPr>
          <p:cNvSpPr/>
          <p:nvPr/>
        </p:nvSpPr>
        <p:spPr>
          <a:xfrm>
            <a:off x="11514624" y="1766610"/>
            <a:ext cx="303868" cy="303868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B3F730A-AA71-CA54-4967-473DEA83368A}"/>
              </a:ext>
            </a:extLst>
          </p:cNvPr>
          <p:cNvSpPr txBox="1"/>
          <p:nvPr/>
        </p:nvSpPr>
        <p:spPr>
          <a:xfrm>
            <a:off x="11102760" y="20639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Tin </a:t>
            </a:r>
            <a:r>
              <a:rPr lang="en-US" sz="1000" dirty="0" err="1"/>
              <a:t>nhắn</a:t>
            </a:r>
            <a:endParaRPr lang="en-US" sz="1000" dirty="0"/>
          </a:p>
          <a:p>
            <a:pPr algn="ctr"/>
            <a:r>
              <a:rPr lang="en-US" sz="1000" dirty="0" err="1"/>
              <a:t>tạm</a:t>
            </a:r>
            <a:r>
              <a:rPr lang="en-US" sz="1000" dirty="0"/>
              <a:t> </a:t>
            </a:r>
            <a:r>
              <a:rPr lang="en-US" sz="1000" dirty="0" err="1"/>
              <a:t>thời</a:t>
            </a:r>
            <a:endParaRPr lang="en-US" sz="10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20F49F1-2CD0-73AB-5ABD-59A8354819D3}"/>
              </a:ext>
            </a:extLst>
          </p:cNvPr>
          <p:cNvSpPr/>
          <p:nvPr/>
        </p:nvSpPr>
        <p:spPr>
          <a:xfrm>
            <a:off x="8765040" y="2620896"/>
            <a:ext cx="3369807" cy="39284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Tuỳ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chỉnh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đoạn</a:t>
            </a:r>
            <a:r>
              <a:rPr lang="en-US" sz="1400" dirty="0">
                <a:solidFill>
                  <a:schemeClr val="tx1"/>
                </a:solidFill>
              </a:rPr>
              <a:t> chat</a:t>
            </a:r>
          </a:p>
        </p:txBody>
      </p:sp>
      <p:pic>
        <p:nvPicPr>
          <p:cNvPr id="116" name="Graphic 115" descr="Caret Right with solid fill">
            <a:extLst>
              <a:ext uri="{FF2B5EF4-FFF2-40B4-BE49-F238E27FC236}">
                <a16:creationId xmlns:a16="http://schemas.microsoft.com/office/drawing/2014/main" id="{CB8DB32F-8975-3448-326E-81A51AD7CC5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5400000">
            <a:off x="11592569" y="2620896"/>
            <a:ext cx="417064" cy="41706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26C6C09F-5CC3-400D-614F-CA89D8E842CA}"/>
              </a:ext>
            </a:extLst>
          </p:cNvPr>
          <p:cNvSpPr/>
          <p:nvPr/>
        </p:nvSpPr>
        <p:spPr>
          <a:xfrm>
            <a:off x="8765038" y="3020623"/>
            <a:ext cx="3369807" cy="39284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Đổi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chủ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đề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FF3D7AA-B70E-8199-8AE5-725FF64F343A}"/>
              </a:ext>
            </a:extLst>
          </p:cNvPr>
          <p:cNvSpPr/>
          <p:nvPr/>
        </p:nvSpPr>
        <p:spPr>
          <a:xfrm>
            <a:off x="8762319" y="3413470"/>
            <a:ext cx="3369807" cy="39284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Đổi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biểu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tượng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cảm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xúc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2FA2D31-1C65-149B-E14C-5C2A156051CA}"/>
              </a:ext>
            </a:extLst>
          </p:cNvPr>
          <p:cNvSpPr/>
          <p:nvPr/>
        </p:nvSpPr>
        <p:spPr>
          <a:xfrm>
            <a:off x="3555062" y="5425296"/>
            <a:ext cx="2299088" cy="8795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7AC8F56-AA8E-FFD7-0EC1-526CD86DB5E0}"/>
              </a:ext>
            </a:extLst>
          </p:cNvPr>
          <p:cNvSpPr/>
          <p:nvPr/>
        </p:nvSpPr>
        <p:spPr>
          <a:xfrm>
            <a:off x="3553413" y="5424174"/>
            <a:ext cx="2299088" cy="4402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Chơi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C3033B4-8AB9-7171-B539-3ED67A67D727}"/>
              </a:ext>
            </a:extLst>
          </p:cNvPr>
          <p:cNvSpPr/>
          <p:nvPr/>
        </p:nvSpPr>
        <p:spPr>
          <a:xfrm>
            <a:off x="3555009" y="5881689"/>
            <a:ext cx="2299088" cy="4258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Gửi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trí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3" name="Graphic 122" descr="Game controller with solid fill">
            <a:extLst>
              <a:ext uri="{FF2B5EF4-FFF2-40B4-BE49-F238E27FC236}">
                <a16:creationId xmlns:a16="http://schemas.microsoft.com/office/drawing/2014/main" id="{45FC5028-AE02-82FD-5B17-E3AE2482FF2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48919" y="5452227"/>
            <a:ext cx="431954" cy="431954"/>
          </a:xfrm>
          <a:prstGeom prst="rect">
            <a:avLst/>
          </a:prstGeom>
        </p:spPr>
      </p:pic>
      <p:pic>
        <p:nvPicPr>
          <p:cNvPr id="125" name="Graphic 124" descr="Marker with solid fill">
            <a:extLst>
              <a:ext uri="{FF2B5EF4-FFF2-40B4-BE49-F238E27FC236}">
                <a16:creationId xmlns:a16="http://schemas.microsoft.com/office/drawing/2014/main" id="{E3311AC6-B790-86EC-4EA7-12441B61A4A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354593" y="5897003"/>
            <a:ext cx="407831" cy="407831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850DDA4F-6167-0919-8DE1-035520486137}"/>
              </a:ext>
            </a:extLst>
          </p:cNvPr>
          <p:cNvSpPr/>
          <p:nvPr/>
        </p:nvSpPr>
        <p:spPr>
          <a:xfrm>
            <a:off x="8765038" y="3904288"/>
            <a:ext cx="3369807" cy="39284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Lưu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trữ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cuộc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trò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chuyện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205A92C-0EEC-CCC8-E791-FF4F6B7DB335}"/>
              </a:ext>
            </a:extLst>
          </p:cNvPr>
          <p:cNvSpPr/>
          <p:nvPr/>
        </p:nvSpPr>
        <p:spPr>
          <a:xfrm>
            <a:off x="8765038" y="4309278"/>
            <a:ext cx="3369807" cy="39284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Ẩn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cuộc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trò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chuyện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E8BB468-B82B-A5A6-0430-34DB0635CA45}"/>
              </a:ext>
            </a:extLst>
          </p:cNvPr>
          <p:cNvSpPr/>
          <p:nvPr/>
        </p:nvSpPr>
        <p:spPr>
          <a:xfrm>
            <a:off x="8765040" y="4714793"/>
            <a:ext cx="3369807" cy="39284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Xoá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cuộc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trò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chuyện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30" name="Graphic 129" descr="Garbage with solid fill">
            <a:extLst>
              <a:ext uri="{FF2B5EF4-FFF2-40B4-BE49-F238E27FC236}">
                <a16:creationId xmlns:a16="http://schemas.microsoft.com/office/drawing/2014/main" id="{5ED8AE6F-93EB-9C0A-C22E-1B45121A6DD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666558" y="4708817"/>
            <a:ext cx="352812" cy="352812"/>
          </a:xfrm>
          <a:prstGeom prst="rect">
            <a:avLst/>
          </a:prstGeom>
        </p:spPr>
      </p:pic>
      <p:pic>
        <p:nvPicPr>
          <p:cNvPr id="132" name="Graphic 131" descr="Eye with solid fill">
            <a:extLst>
              <a:ext uri="{FF2B5EF4-FFF2-40B4-BE49-F238E27FC236}">
                <a16:creationId xmlns:a16="http://schemas.microsoft.com/office/drawing/2014/main" id="{A93AA4C4-2295-AEAE-5EC4-60EC445C7C8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626119" y="4290069"/>
            <a:ext cx="412056" cy="412056"/>
          </a:xfrm>
          <a:prstGeom prst="rect">
            <a:avLst/>
          </a:prstGeom>
        </p:spPr>
      </p:pic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835D57C-EFFA-F372-6CDC-C1C055E926B8}"/>
              </a:ext>
            </a:extLst>
          </p:cNvPr>
          <p:cNvCxnSpPr/>
          <p:nvPr/>
        </p:nvCxnSpPr>
        <p:spPr>
          <a:xfrm flipH="1">
            <a:off x="11697665" y="4391296"/>
            <a:ext cx="270298" cy="214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6" name="Graphic 135" descr="Box with solid fill">
            <a:extLst>
              <a:ext uri="{FF2B5EF4-FFF2-40B4-BE49-F238E27FC236}">
                <a16:creationId xmlns:a16="http://schemas.microsoft.com/office/drawing/2014/main" id="{A8217FAE-5733-1589-4FA0-00718D5AD1C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652319" y="3914535"/>
            <a:ext cx="362006" cy="362006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5BA3840D-4D2A-E2A7-8238-75839CA48B3F}"/>
              </a:ext>
            </a:extLst>
          </p:cNvPr>
          <p:cNvSpPr txBox="1"/>
          <p:nvPr/>
        </p:nvSpPr>
        <p:spPr>
          <a:xfrm>
            <a:off x="3138733" y="2757382"/>
            <a:ext cx="6058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INFOR.HOVER</a:t>
            </a:r>
          </a:p>
        </p:txBody>
      </p:sp>
    </p:spTree>
    <p:extLst>
      <p:ext uri="{BB962C8B-B14F-4D97-AF65-F5344CB8AC3E}">
        <p14:creationId xmlns:p14="http://schemas.microsoft.com/office/powerpoint/2010/main" val="660037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90238-D114-51EB-8168-BBDF73A9A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B7E4E3-3501-239C-927C-F3272BCF686F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6F630A6-4C56-1B0A-E5E6-4AC26C4BFF2A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C1D596-2CF7-E24B-C818-38A0FC452306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476864-F8C0-B741-F2DC-A3713FB04F4F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4496C0-DBE0-538D-B4BE-80E8A564A491}"/>
              </a:ext>
            </a:extLst>
          </p:cNvPr>
          <p:cNvSpPr/>
          <p:nvPr/>
        </p:nvSpPr>
        <p:spPr>
          <a:xfrm>
            <a:off x="3455494" y="65315"/>
            <a:ext cx="8663445" cy="6718040"/>
          </a:xfrm>
          <a:prstGeom prst="roundRect">
            <a:avLst>
              <a:gd name="adj" fmla="val 1492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E1321F-F74E-2697-D4E1-5CB6284FD420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6633A54-372F-FC03-2B51-A70863250596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48F684-04FF-DDF9-E10E-AF656E832979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Trần Văn Bằng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F3FE34-EEFE-F5B5-CFB3-634553325056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solidFill>
                  <a:schemeClr val="bg1"/>
                </a:solidFill>
              </a:rPr>
              <a:t>(Trạng thái)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2F77C9-4ED6-E659-1036-7D223B258D71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E349CE-D2D8-5FFF-798A-DA76226B9148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3981CFF-02A7-1EFE-BA78-0EF5CB48D9B6}"/>
              </a:ext>
            </a:extLst>
          </p:cNvPr>
          <p:cNvSpPr/>
          <p:nvPr/>
        </p:nvSpPr>
        <p:spPr>
          <a:xfrm>
            <a:off x="3452325" y="584992"/>
            <a:ext cx="8663445" cy="56442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B562AB-2970-8F76-6313-840FFDA07E0E}"/>
              </a:ext>
            </a:extLst>
          </p:cNvPr>
          <p:cNvCxnSpPr/>
          <p:nvPr/>
        </p:nvCxnSpPr>
        <p:spPr>
          <a:xfrm>
            <a:off x="3452326" y="588816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6891B8-2C95-C62D-9334-C98D02ACE5A1}"/>
              </a:ext>
            </a:extLst>
          </p:cNvPr>
          <p:cNvCxnSpPr/>
          <p:nvPr/>
        </p:nvCxnSpPr>
        <p:spPr>
          <a:xfrm>
            <a:off x="3452326" y="6226634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B4EEFF0-C198-2E36-32A5-7114964F7097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bg1"/>
                </a:solidFill>
              </a:rPr>
              <a:t>🔍 </a:t>
            </a:r>
            <a:r>
              <a:rPr lang="vi-VN" sz="1400" dirty="0">
                <a:solidFill>
                  <a:schemeClr val="bg1"/>
                </a:solidFill>
              </a:rPr>
              <a:t>Tìm kiếm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2D22FDA-0518-0363-0C99-E79F9D043BDC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66C5A6B-81E8-075C-8BE4-0A24E05EBDFB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CA297ED-2995-D3A9-C49C-186E1E911214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E7059E-D8E9-7D48-97DF-9238C73A2126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2CA418-7D18-DE8C-6A20-41A92ADF0A05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>
                <a:solidFill>
                  <a:schemeClr val="bg1"/>
                </a:solidFill>
              </a:rPr>
              <a:t>Bạn: abcefghik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6370C8E-5000-3B40-2A72-4FA20405D3C5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1E4FA9E-810E-4BDF-C552-7DD7D0599B74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41E1C2-8FA5-EE75-3D6D-18277A4D4AF4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6052FB-E916-3BBB-8B80-4926ADD5CFCF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44EB31-76AE-B097-7DCF-3772DA1F308E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>
                <a:solidFill>
                  <a:schemeClr val="bg1"/>
                </a:solidFill>
              </a:rPr>
              <a:t>abcefghik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08DF0FF-44F1-9631-E7D0-BEA863FC931D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358BAFC-C3D7-B30E-5996-F81893FF21A7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Chào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đến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KinKen</a:t>
            </a:r>
            <a:r>
              <a:rPr lang="en-US" dirty="0">
                <a:solidFill>
                  <a:schemeClr val="bg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D417C0A-DC16-B98A-1DCB-646650D42EC7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5031EB6-4821-1E2A-86B9-4FB8E0C3801C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F3C3B3-A3D6-9F98-48F9-B535F6DB4F88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E31CA10-678A-8749-BD61-7F7EF2B00740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B5AFA6A-FA0D-B4BC-B25D-632809A45F3B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0AB8995-3DB0-FD3F-B657-F8A811857B56}"/>
              </a:ext>
            </a:extLst>
          </p:cNvPr>
          <p:cNvSpPr/>
          <p:nvPr/>
        </p:nvSpPr>
        <p:spPr>
          <a:xfrm>
            <a:off x="817763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2EF125E-A864-B32D-388C-9826C55D81A9}"/>
              </a:ext>
            </a:extLst>
          </p:cNvPr>
          <p:cNvSpPr/>
          <p:nvPr/>
        </p:nvSpPr>
        <p:spPr>
          <a:xfrm>
            <a:off x="1173207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8045AFA-D778-1A0A-BCFA-B47AB1D7FFEF}"/>
              </a:ext>
            </a:extLst>
          </p:cNvPr>
          <p:cNvSpPr/>
          <p:nvPr/>
        </p:nvSpPr>
        <p:spPr>
          <a:xfrm>
            <a:off x="1064091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6253712-E66F-AF96-8583-B4DB523931E2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3B162A-487A-572E-F461-86F10929CF83}"/>
              </a:ext>
            </a:extLst>
          </p:cNvPr>
          <p:cNvSpPr txBox="1"/>
          <p:nvPr/>
        </p:nvSpPr>
        <p:spPr>
          <a:xfrm>
            <a:off x="6790336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Hôm</a:t>
            </a:r>
            <a:r>
              <a:rPr lang="en-US" sz="1200" dirty="0">
                <a:solidFill>
                  <a:schemeClr val="bg1"/>
                </a:solidFill>
              </a:rPr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B9532FF-410A-5A9B-A71D-844A520DE7CE}"/>
              </a:ext>
            </a:extLst>
          </p:cNvPr>
          <p:cNvSpPr/>
          <p:nvPr/>
        </p:nvSpPr>
        <p:spPr>
          <a:xfrm>
            <a:off x="1196339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67F58E1-98E4-AE2A-A22F-5D37DEA0F91B}"/>
              </a:ext>
            </a:extLst>
          </p:cNvPr>
          <p:cNvSpPr/>
          <p:nvPr/>
        </p:nvSpPr>
        <p:spPr>
          <a:xfrm>
            <a:off x="1198522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98B2C72F-294C-3A4A-3CD0-DBCCD60FE671}"/>
              </a:ext>
            </a:extLst>
          </p:cNvPr>
          <p:cNvSpPr/>
          <p:nvPr/>
        </p:nvSpPr>
        <p:spPr>
          <a:xfrm>
            <a:off x="1197611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A2F4E19-FC6A-BE72-05E9-47CAB6127ACC}"/>
              </a:ext>
            </a:extLst>
          </p:cNvPr>
          <p:cNvSpPr/>
          <p:nvPr/>
        </p:nvSpPr>
        <p:spPr>
          <a:xfrm rot="10800000">
            <a:off x="1197702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808AD99-74D2-A66D-736F-3BDCDB735D84}"/>
              </a:ext>
            </a:extLst>
          </p:cNvPr>
          <p:cNvSpPr/>
          <p:nvPr/>
        </p:nvSpPr>
        <p:spPr>
          <a:xfrm>
            <a:off x="11642850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D4ED4B1-30AE-6B47-A60F-262584E82AA0}"/>
              </a:ext>
            </a:extLst>
          </p:cNvPr>
          <p:cNvSpPr/>
          <p:nvPr/>
        </p:nvSpPr>
        <p:spPr>
          <a:xfrm>
            <a:off x="11246821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CC3AC68-5DAB-FB65-3CBC-2D1E431AC7AD}"/>
              </a:ext>
            </a:extLst>
          </p:cNvPr>
          <p:cNvSpPr/>
          <p:nvPr/>
        </p:nvSpPr>
        <p:spPr>
          <a:xfrm>
            <a:off x="1085017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BAFC41B-3A43-AE26-9534-A00E709D55BC}"/>
              </a:ext>
            </a:extLst>
          </p:cNvPr>
          <p:cNvSpPr/>
          <p:nvPr/>
        </p:nvSpPr>
        <p:spPr>
          <a:xfrm>
            <a:off x="10454149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4F562714-42DA-3E0A-6C61-D7AFCBB6A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8752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A7707F1D-0569-4936-F7AC-E02477929592}"/>
              </a:ext>
            </a:extLst>
          </p:cNvPr>
          <p:cNvGrpSpPr/>
          <p:nvPr/>
        </p:nvGrpSpPr>
        <p:grpSpPr>
          <a:xfrm>
            <a:off x="10885001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B246DE9-DCCE-0258-BD7C-66E8E5AD84DC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81202FF2-954F-78A9-B026-69891CA46705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4C5B4ABC-77E1-4B3D-6C8D-0E3E97742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87125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E9314421-5AD2-81BE-47F4-D6EAE126F2FD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2060ED6D-47A0-8D9C-A141-99C3540BD6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A56C8C82-4B36-97DD-B0C7-2F795088C55C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928763C8-5261-171F-3AD6-A2A9E77898D8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F3592029-8930-C65C-9E0A-1263E607F504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CB17759E-9E35-31FB-071A-3F0F274F2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CADC03B-38F3-9A61-628F-9A03D50750AE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6F0D3124-1FBF-D5BE-F126-F7A08E2584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6B0D8C39-D67B-E032-168E-3414D3C5B887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6329199-0808-33E1-839F-E73D3D4DFA1D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87451F74-2C68-3D61-BB0C-DE33A78332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5922DC3-2F6D-D485-1F93-D46FDC007DDA}"/>
              </a:ext>
            </a:extLst>
          </p:cNvPr>
          <p:cNvSpPr/>
          <p:nvPr/>
        </p:nvSpPr>
        <p:spPr>
          <a:xfrm>
            <a:off x="4835126" y="6304834"/>
            <a:ext cx="6663603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/>
                </a:solidFill>
              </a:rPr>
              <a:t>Nhập</a:t>
            </a:r>
            <a:r>
              <a:rPr lang="en-US" sz="1600" dirty="0">
                <a:solidFill>
                  <a:schemeClr val="bg1"/>
                </a:solidFill>
              </a:rPr>
              <a:t> tin </a:t>
            </a:r>
            <a:r>
              <a:rPr lang="en-US" sz="1600" dirty="0" err="1">
                <a:solidFill>
                  <a:schemeClr val="bg1"/>
                </a:solidFill>
              </a:rPr>
              <a:t>nhắn</a:t>
            </a:r>
            <a:r>
              <a:rPr lang="en-US" sz="1600" dirty="0">
                <a:solidFill>
                  <a:schemeClr val="bg1"/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C41ECE37-088B-0BB0-CAB7-CB54D79721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85872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37C5D5A5-80E8-42C3-2F70-C8228DF2E4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97373" y="6314014"/>
            <a:ext cx="392171" cy="3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3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9FF38-1A07-0A4A-ABB4-58063C1CA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917D47-5ECA-B51F-F796-ED349A2B6FF8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413FC6CC-B3CA-30B8-6899-1EB6C779AB06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7954E3-B071-7AEB-22A8-2B508A7E78B6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66B547-CB6E-9B1D-BBD8-69B388877877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2295C5-C512-E2D3-E439-82DADD1C68EC}"/>
              </a:ext>
            </a:extLst>
          </p:cNvPr>
          <p:cNvSpPr/>
          <p:nvPr/>
        </p:nvSpPr>
        <p:spPr>
          <a:xfrm>
            <a:off x="3455494" y="65315"/>
            <a:ext cx="8663445" cy="6718040"/>
          </a:xfrm>
          <a:prstGeom prst="roundRect">
            <a:avLst>
              <a:gd name="adj" fmla="val 1492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9B6222-3E27-C8B3-A31A-CD0BD87F1691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E2C1170-3516-56D1-E1E9-C882085C209A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EFF5A5-26A4-3CFE-EF20-D178F048A35E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Trần Văn Bằng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EE410-70E3-0B42-F346-A62F397B430B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solidFill>
                  <a:schemeClr val="bg1"/>
                </a:solidFill>
              </a:rPr>
              <a:t>(Trạng thái)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B91FAEF-EDB4-7386-E454-DD00CFAC7D83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F018D4-FCD2-E451-0C93-739892E17EFB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B3D76C8-3D72-7EFF-45FF-A3B625CF3A49}"/>
              </a:ext>
            </a:extLst>
          </p:cNvPr>
          <p:cNvSpPr/>
          <p:nvPr/>
        </p:nvSpPr>
        <p:spPr>
          <a:xfrm>
            <a:off x="3452325" y="584992"/>
            <a:ext cx="8663445" cy="564425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B1F970-D39D-AAC9-B844-059662597F21}"/>
              </a:ext>
            </a:extLst>
          </p:cNvPr>
          <p:cNvCxnSpPr/>
          <p:nvPr/>
        </p:nvCxnSpPr>
        <p:spPr>
          <a:xfrm>
            <a:off x="3452326" y="588816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D4208C-DE42-A6CD-1A6D-7B6E4412BCC0}"/>
              </a:ext>
            </a:extLst>
          </p:cNvPr>
          <p:cNvCxnSpPr/>
          <p:nvPr/>
        </p:nvCxnSpPr>
        <p:spPr>
          <a:xfrm>
            <a:off x="3452326" y="6226634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9B0273-599C-1EEF-F6C2-DC48A5BBCF7E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bg1"/>
                </a:solidFill>
              </a:rPr>
              <a:t>🔍 </a:t>
            </a:r>
            <a:r>
              <a:rPr lang="vi-VN" sz="1400" dirty="0">
                <a:solidFill>
                  <a:schemeClr val="bg1"/>
                </a:solidFill>
              </a:rPr>
              <a:t>Tìm kiếm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8C20F03-64E8-C672-2FE7-CEC2CB12FB68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6FD21F9-D3FD-05D8-30FE-57B7FD6F5840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729F5D-ED03-24E9-A350-EC994DC2BB88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ED393A-B23D-0FD3-E052-D714A3E2C5A4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D14F53-5389-5D16-0874-638F9F5937F2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>
                <a:solidFill>
                  <a:schemeClr val="bg1"/>
                </a:solidFill>
              </a:rPr>
              <a:t>Bạn: abcefghik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DD817C9-49C1-4F92-9488-B02E0800ECB8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0974A1B-9FCF-4FE6-3E67-8F94D2CBD35A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C0F5BB6-9823-1701-A6DE-AB4847A97DBC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102EB1-47D8-4D95-DEF0-4BCAE00475F8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5FF9ED-E796-E704-8DCD-45668F872870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>
                <a:solidFill>
                  <a:schemeClr val="bg1"/>
                </a:solidFill>
              </a:rPr>
              <a:t>abcefghik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E98F9F6-7C94-6D37-CE43-BB031C2A3211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101CFD2-9C37-E3B1-A1A8-4843BB1709B4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Chào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đến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KinKen</a:t>
            </a:r>
            <a:r>
              <a:rPr lang="en-US" dirty="0">
                <a:solidFill>
                  <a:schemeClr val="bg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A1539D5-9078-D1B4-B3DE-10B58BB71E22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6A87E65-F058-2136-F837-0707B6D2D189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D39418F-ED60-C25B-32A9-C9BB91FDF1E8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7FD5C82-81A6-63AE-92FB-1C41E0BA738B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74D4113-C51E-2B65-1660-333705142FB8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19DAA50-1CD5-565B-5155-67FAB03773EA}"/>
              </a:ext>
            </a:extLst>
          </p:cNvPr>
          <p:cNvSpPr/>
          <p:nvPr/>
        </p:nvSpPr>
        <p:spPr>
          <a:xfrm>
            <a:off x="817763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2A6C9EC-72EE-3441-8852-E91F86D9DCC5}"/>
              </a:ext>
            </a:extLst>
          </p:cNvPr>
          <p:cNvSpPr/>
          <p:nvPr/>
        </p:nvSpPr>
        <p:spPr>
          <a:xfrm>
            <a:off x="1173207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9D1F5C-DAC0-BF72-B2DB-D82F6D147CBA}"/>
              </a:ext>
            </a:extLst>
          </p:cNvPr>
          <p:cNvSpPr/>
          <p:nvPr/>
        </p:nvSpPr>
        <p:spPr>
          <a:xfrm>
            <a:off x="1064091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4AC0EC4-4995-BF50-0EB4-2B87ACEF45FD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649EC9-294C-52BF-5761-38E884F3B4AC}"/>
              </a:ext>
            </a:extLst>
          </p:cNvPr>
          <p:cNvSpPr txBox="1"/>
          <p:nvPr/>
        </p:nvSpPr>
        <p:spPr>
          <a:xfrm>
            <a:off x="6790336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Hôm</a:t>
            </a:r>
            <a:r>
              <a:rPr lang="en-US" sz="1200" dirty="0">
                <a:solidFill>
                  <a:schemeClr val="bg1"/>
                </a:solidFill>
              </a:rPr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D8DD0F9-EE78-5B84-3C33-74CE6D495D30}"/>
              </a:ext>
            </a:extLst>
          </p:cNvPr>
          <p:cNvSpPr/>
          <p:nvPr/>
        </p:nvSpPr>
        <p:spPr>
          <a:xfrm>
            <a:off x="1196339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87F07BD-A9E7-AD18-E59A-3C2A57CA094E}"/>
              </a:ext>
            </a:extLst>
          </p:cNvPr>
          <p:cNvSpPr/>
          <p:nvPr/>
        </p:nvSpPr>
        <p:spPr>
          <a:xfrm>
            <a:off x="1198522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1C4DFA18-56D6-985D-8F21-8F122D091BA4}"/>
              </a:ext>
            </a:extLst>
          </p:cNvPr>
          <p:cNvSpPr/>
          <p:nvPr/>
        </p:nvSpPr>
        <p:spPr>
          <a:xfrm>
            <a:off x="1197611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D8DF92B3-09E4-1043-7725-31D0AC10BF42}"/>
              </a:ext>
            </a:extLst>
          </p:cNvPr>
          <p:cNvSpPr/>
          <p:nvPr/>
        </p:nvSpPr>
        <p:spPr>
          <a:xfrm rot="10800000">
            <a:off x="1197702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CB75D9A-9138-D78F-79A5-A462301AAC9A}"/>
              </a:ext>
            </a:extLst>
          </p:cNvPr>
          <p:cNvSpPr/>
          <p:nvPr/>
        </p:nvSpPr>
        <p:spPr>
          <a:xfrm>
            <a:off x="11642850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837DF57-F730-3E9D-0E48-46C24038CE5C}"/>
              </a:ext>
            </a:extLst>
          </p:cNvPr>
          <p:cNvSpPr/>
          <p:nvPr/>
        </p:nvSpPr>
        <p:spPr>
          <a:xfrm>
            <a:off x="11246821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8A11372-41F5-1DA4-3F13-35D43765C906}"/>
              </a:ext>
            </a:extLst>
          </p:cNvPr>
          <p:cNvSpPr/>
          <p:nvPr/>
        </p:nvSpPr>
        <p:spPr>
          <a:xfrm>
            <a:off x="1085017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39AA7A4-03F2-8876-AE9A-710889595063}"/>
              </a:ext>
            </a:extLst>
          </p:cNvPr>
          <p:cNvSpPr/>
          <p:nvPr/>
        </p:nvSpPr>
        <p:spPr>
          <a:xfrm>
            <a:off x="10454149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AD88CF22-5F15-28F7-5335-6E4B54663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8752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13E6283E-107C-C6D4-ECC7-F51EFE21509E}"/>
              </a:ext>
            </a:extLst>
          </p:cNvPr>
          <p:cNvGrpSpPr/>
          <p:nvPr/>
        </p:nvGrpSpPr>
        <p:grpSpPr>
          <a:xfrm>
            <a:off x="10885001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C19805DC-C8D1-719B-94C5-601FC8BAFCA4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CCD5377F-3C17-B075-9248-3D07BBD1EB8C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6E2C3A67-FD91-D2E4-AA29-48C189202C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87125" y="189308"/>
            <a:ext cx="295121" cy="295121"/>
          </a:xfrm>
          <a:prstGeom prst="rect">
            <a:avLst/>
          </a:prstGeom>
        </p:spPr>
      </p:pic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9E65A5B5-A836-D572-627A-973452FE5444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545E13C5-9C54-4714-8117-FDA9537A73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93E66AF9-DE65-C4B4-76A5-CEE4AB567FD0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D465F51F-BF58-24A1-C83A-A3C1AF9915CF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561C208B-5006-B402-A921-59A98BC6BCC7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4C2C8CBB-E1B9-B975-4524-E3F630BF06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B9C6AFC-5208-8EC4-BCC3-49B7B30C441B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A4F1588F-7D6D-2683-071B-D31245BBD9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4EDE31C-0238-0B22-CEF5-D03519D4416E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E2ED161-2157-C7DD-054D-8B78536767A1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A32B8A62-3C92-390A-E0C5-F3C27B918F9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64BE508-2E7A-DD55-6B61-BCD2571ED5E6}"/>
              </a:ext>
            </a:extLst>
          </p:cNvPr>
          <p:cNvSpPr/>
          <p:nvPr/>
        </p:nvSpPr>
        <p:spPr>
          <a:xfrm>
            <a:off x="4835126" y="6304834"/>
            <a:ext cx="6663603" cy="40783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/>
                </a:solidFill>
              </a:rPr>
              <a:t>Nhập</a:t>
            </a:r>
            <a:r>
              <a:rPr lang="en-US" sz="1600" dirty="0">
                <a:solidFill>
                  <a:schemeClr val="bg1"/>
                </a:solidFill>
              </a:rPr>
              <a:t> tin </a:t>
            </a:r>
            <a:r>
              <a:rPr lang="en-US" sz="1600" dirty="0" err="1">
                <a:solidFill>
                  <a:schemeClr val="bg1"/>
                </a:solidFill>
              </a:rPr>
              <a:t>nhắn</a:t>
            </a:r>
            <a:r>
              <a:rPr lang="en-US" sz="1600" dirty="0">
                <a:solidFill>
                  <a:schemeClr val="bg1"/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5EA8BBC5-7522-2719-5854-DD852ADAAA5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85872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95BF11BA-0551-7CE4-5240-A6B2A1BA481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97373" y="6314014"/>
            <a:ext cx="392171" cy="3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11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574FC-4D89-A0B0-17DA-7787E273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00421F-8EBB-0901-791B-70F20179B17E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814700-2519-0531-C3CB-AE87CC9DD463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98BA35-E959-1BCF-224C-7358EA291455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E4E28C-C003-D1E9-B5E2-E0CB8BD5D51C}"/>
              </a:ext>
            </a:extLst>
          </p:cNvPr>
          <p:cNvSpPr/>
          <p:nvPr/>
        </p:nvSpPr>
        <p:spPr>
          <a:xfrm>
            <a:off x="3455494" y="65315"/>
            <a:ext cx="8663445" cy="6718040"/>
          </a:xfrm>
          <a:prstGeom prst="roundRect">
            <a:avLst>
              <a:gd name="adj" fmla="val 1492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A2A820-FACA-D0DB-2A3C-27AEF53E3BE2}"/>
              </a:ext>
            </a:extLst>
          </p:cNvPr>
          <p:cNvCxnSpPr>
            <a:cxnSpLocks/>
          </p:cNvCxnSpPr>
          <p:nvPr/>
        </p:nvCxnSpPr>
        <p:spPr>
          <a:xfrm>
            <a:off x="3455494" y="66346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59C95F1-FB07-F860-A3AB-AF83CF4D6E97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12729-929B-CACF-3BF5-36269215BEF6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Trần Văn Bằng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88D551-6816-B78E-430F-BA4F114B1191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solidFill>
                  <a:schemeClr val="bg1"/>
                </a:solidFill>
              </a:rPr>
              <a:t>(Trạng thái)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2B232C-0029-18FF-9CB3-9614C80F4FAD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ED8D3C-CE11-1A07-9B3F-4D46E2C44B6E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AF03642-1ADE-6C50-46D4-B8B05D8DF522}"/>
              </a:ext>
            </a:extLst>
          </p:cNvPr>
          <p:cNvSpPr/>
          <p:nvPr/>
        </p:nvSpPr>
        <p:spPr>
          <a:xfrm>
            <a:off x="3452325" y="584992"/>
            <a:ext cx="8663445" cy="564425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B36E66-DD0A-9BD6-60EE-41125F8F4BAA}"/>
              </a:ext>
            </a:extLst>
          </p:cNvPr>
          <p:cNvCxnSpPr/>
          <p:nvPr/>
        </p:nvCxnSpPr>
        <p:spPr>
          <a:xfrm>
            <a:off x="3452326" y="588816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92243AD-45C8-3FA2-511F-D9BBD5EC72DF}"/>
              </a:ext>
            </a:extLst>
          </p:cNvPr>
          <p:cNvCxnSpPr/>
          <p:nvPr/>
        </p:nvCxnSpPr>
        <p:spPr>
          <a:xfrm>
            <a:off x="3452326" y="6226634"/>
            <a:ext cx="8666613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58ADB19-8AE3-2927-E1B8-467D78A65BED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bg1"/>
                </a:solidFill>
              </a:rPr>
              <a:t>🔍 </a:t>
            </a:r>
            <a:r>
              <a:rPr lang="vi-VN" sz="1400" dirty="0">
                <a:solidFill>
                  <a:schemeClr val="bg1"/>
                </a:solidFill>
              </a:rPr>
              <a:t>Tìm kiếm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953C33A-7BD0-3861-E1B9-40FA2F27B084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419AABE-401B-484A-8649-1214DB1AF333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9E2B886-5571-B12A-BDEA-CE1ED2C69E7D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CF8860-3169-CA92-D98E-89DD3FAB0A98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6EF842-3972-DB36-AB20-A36874717475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>
                <a:solidFill>
                  <a:schemeClr val="bg1"/>
                </a:solidFill>
              </a:rPr>
              <a:t>Bạn: abcefghik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419F119-710C-DCD1-017F-68BD8118347B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AB08A83-4099-9DC2-FF8E-96EF1237AD88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3160875-75D4-1E4F-85EC-80A941AF73A5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A2403C-5913-2DD6-5AC5-0203BF90AA14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E5A636-FBF1-9E6F-66BF-86B313765AB3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>
                <a:solidFill>
                  <a:schemeClr val="bg1"/>
                </a:solidFill>
              </a:rPr>
              <a:t>abcefghik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5A0DE55-B25F-C6A9-3AD1-5640F2AA2BA8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973FE29-06F1-BB4D-5522-DA05EC404DFA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Chào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đến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KinKen</a:t>
            </a:r>
            <a:r>
              <a:rPr lang="en-US" dirty="0">
                <a:solidFill>
                  <a:schemeClr val="bg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04BF27D-0B9A-EDE1-3D99-13E2130B827D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7BC1045-978F-2C6D-559C-DFBF62482A1C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2B4795-8DBB-FE0E-84B2-FBE4DF26D035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8636B94-4F61-CD6D-38D6-D72258EB512E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94B719E-39B9-802C-05CD-461CF3AABC69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D198296-155B-778F-67BF-9B8D2F08BCAE}"/>
              </a:ext>
            </a:extLst>
          </p:cNvPr>
          <p:cNvSpPr/>
          <p:nvPr/>
        </p:nvSpPr>
        <p:spPr>
          <a:xfrm>
            <a:off x="817763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5C1CF73-B7CE-A9F7-854A-8C78EF9904A6}"/>
              </a:ext>
            </a:extLst>
          </p:cNvPr>
          <p:cNvSpPr/>
          <p:nvPr/>
        </p:nvSpPr>
        <p:spPr>
          <a:xfrm>
            <a:off x="1173207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A46AAF8-B090-44F4-85A3-A5B0AE5D4E55}"/>
              </a:ext>
            </a:extLst>
          </p:cNvPr>
          <p:cNvSpPr/>
          <p:nvPr/>
        </p:nvSpPr>
        <p:spPr>
          <a:xfrm>
            <a:off x="1064091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BA14808-FBD3-836D-0E68-2E7B7C1AF991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1353BE-6E56-E8BE-CADA-646DADC11D3A}"/>
              </a:ext>
            </a:extLst>
          </p:cNvPr>
          <p:cNvSpPr txBox="1"/>
          <p:nvPr/>
        </p:nvSpPr>
        <p:spPr>
          <a:xfrm>
            <a:off x="6790336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Hôm</a:t>
            </a:r>
            <a:r>
              <a:rPr lang="en-US" sz="1200" dirty="0">
                <a:solidFill>
                  <a:schemeClr val="bg1"/>
                </a:solidFill>
              </a:rPr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14A1FBB-DE68-14B5-4D8D-2B7831FF7CB4}"/>
              </a:ext>
            </a:extLst>
          </p:cNvPr>
          <p:cNvSpPr/>
          <p:nvPr/>
        </p:nvSpPr>
        <p:spPr>
          <a:xfrm>
            <a:off x="1196339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952206C-FBCA-E5B0-CD08-BA48852CC6E3}"/>
              </a:ext>
            </a:extLst>
          </p:cNvPr>
          <p:cNvSpPr/>
          <p:nvPr/>
        </p:nvSpPr>
        <p:spPr>
          <a:xfrm>
            <a:off x="1198522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08760BC-B56A-F3C2-6D70-05CD7487FFC0}"/>
              </a:ext>
            </a:extLst>
          </p:cNvPr>
          <p:cNvSpPr/>
          <p:nvPr/>
        </p:nvSpPr>
        <p:spPr>
          <a:xfrm>
            <a:off x="1197611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AA4B39A-4E44-F16B-D8F2-E4A4B36E1279}"/>
              </a:ext>
            </a:extLst>
          </p:cNvPr>
          <p:cNvSpPr/>
          <p:nvPr/>
        </p:nvSpPr>
        <p:spPr>
          <a:xfrm rot="10800000">
            <a:off x="1197702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16DC80E-F890-2134-A6B4-DED2B0909C78}"/>
              </a:ext>
            </a:extLst>
          </p:cNvPr>
          <p:cNvSpPr/>
          <p:nvPr/>
        </p:nvSpPr>
        <p:spPr>
          <a:xfrm>
            <a:off x="11642850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9E391A1-EF0D-B08B-4012-E6C37B0FEA17}"/>
              </a:ext>
            </a:extLst>
          </p:cNvPr>
          <p:cNvSpPr/>
          <p:nvPr/>
        </p:nvSpPr>
        <p:spPr>
          <a:xfrm>
            <a:off x="11246821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29F790D-3157-C3D4-D5DC-83777F5D135F}"/>
              </a:ext>
            </a:extLst>
          </p:cNvPr>
          <p:cNvSpPr/>
          <p:nvPr/>
        </p:nvSpPr>
        <p:spPr>
          <a:xfrm>
            <a:off x="10850178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F4A2D12-2022-BC84-886A-427D9E810A06}"/>
              </a:ext>
            </a:extLst>
          </p:cNvPr>
          <p:cNvSpPr/>
          <p:nvPr/>
        </p:nvSpPr>
        <p:spPr>
          <a:xfrm>
            <a:off x="10454149" y="148416"/>
            <a:ext cx="367391" cy="367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08740FAF-593A-DA4A-79FC-2B0BEA58B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8752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C151CEF1-D06C-E60D-BCDA-05C91AEC8003}"/>
              </a:ext>
            </a:extLst>
          </p:cNvPr>
          <p:cNvGrpSpPr/>
          <p:nvPr/>
        </p:nvGrpSpPr>
        <p:grpSpPr>
          <a:xfrm>
            <a:off x="10885001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E15BA9D9-00B6-2907-4D62-D9583C07ECCF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2156C077-FBDC-1EFF-23AA-116F2FEBE00C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EE3F3ABA-A849-F94F-23AC-089EE409F8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87125" y="189308"/>
            <a:ext cx="295121" cy="29512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C5C68EA1-8DA6-A364-8D83-CA804A52F8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413615B-7714-9663-C20A-2924DE3B6AAB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3813CC65-2AF3-D7D7-BE74-DD1F31F3A5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695755F9-0308-58AB-A2F7-5868EA074563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B14BCF21-DB88-593A-AF40-36930454BDBE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239E0D7D-64F0-BB40-CD16-F3A81EBFFA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A0DDC25-4077-1D2E-DF9A-C7D3043ADB88}"/>
              </a:ext>
            </a:extLst>
          </p:cNvPr>
          <p:cNvSpPr/>
          <p:nvPr/>
        </p:nvSpPr>
        <p:spPr>
          <a:xfrm>
            <a:off x="4835126" y="6304834"/>
            <a:ext cx="6663603" cy="40783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/>
                </a:solidFill>
              </a:rPr>
              <a:t>Nhập</a:t>
            </a:r>
            <a:r>
              <a:rPr lang="en-US" sz="1600" dirty="0">
                <a:solidFill>
                  <a:schemeClr val="bg1"/>
                </a:solidFill>
              </a:rPr>
              <a:t> tin </a:t>
            </a:r>
            <a:r>
              <a:rPr lang="en-US" sz="1600" dirty="0" err="1">
                <a:solidFill>
                  <a:schemeClr val="bg1"/>
                </a:solidFill>
              </a:rPr>
              <a:t>nhắn</a:t>
            </a:r>
            <a:r>
              <a:rPr lang="en-US" sz="1600" dirty="0">
                <a:solidFill>
                  <a:schemeClr val="bg1"/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29573FC9-171E-F6E1-C114-08B87C04B2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5872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3B2CFDAB-2BB7-F2C7-5EC5-EBDE37AAE94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97373" y="6314014"/>
            <a:ext cx="392171" cy="3921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645BC7-E637-2B13-2D2F-D7D8840187BF}"/>
              </a:ext>
            </a:extLst>
          </p:cNvPr>
          <p:cNvSpPr txBox="1"/>
          <p:nvPr/>
        </p:nvSpPr>
        <p:spPr>
          <a:xfrm>
            <a:off x="4747983" y="2757382"/>
            <a:ext cx="4449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HOVER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CD9FEF-647D-2EAD-4746-C14B96F70F6F}"/>
              </a:ext>
            </a:extLst>
          </p:cNvPr>
          <p:cNvSpPr/>
          <p:nvPr/>
        </p:nvSpPr>
        <p:spPr>
          <a:xfrm>
            <a:off x="116783" y="1294149"/>
            <a:ext cx="464030" cy="46403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CCAE4988-6947-3E10-CBF8-CEF27D02BCA5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867C39-2607-8BE0-1663-C30CF00B208F}"/>
              </a:ext>
            </a:extLst>
          </p:cNvPr>
          <p:cNvSpPr/>
          <p:nvPr/>
        </p:nvSpPr>
        <p:spPr>
          <a:xfrm>
            <a:off x="114134" y="1850064"/>
            <a:ext cx="464030" cy="46403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0C4BFD18-F758-CD9D-96E0-DF6A9D3BF80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421" y="1830352"/>
            <a:ext cx="503455" cy="50345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715FAC-6B88-CE38-6ED9-47F19F232E14}"/>
              </a:ext>
            </a:extLst>
          </p:cNvPr>
          <p:cNvSpPr/>
          <p:nvPr/>
        </p:nvSpPr>
        <p:spPr>
          <a:xfrm>
            <a:off x="114134" y="2428105"/>
            <a:ext cx="464030" cy="46403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6B1F47-1101-28C8-323F-D8213E5F6C57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355A4CEF-5A60-F7B0-8B97-A74C7506CD50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7BC1E862-526C-06A1-6299-425D8C950093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9924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1846F-2F28-3807-5146-D6A67B2B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5AF3DA-64DA-2A77-0D29-3DE95198A2DA}"/>
              </a:ext>
            </a:extLst>
          </p:cNvPr>
          <p:cNvSpPr/>
          <p:nvPr/>
        </p:nvSpPr>
        <p:spPr>
          <a:xfrm>
            <a:off x="8765040" y="65315"/>
            <a:ext cx="3369807" cy="6718040"/>
          </a:xfrm>
          <a:prstGeom prst="roundRect">
            <a:avLst>
              <a:gd name="adj" fmla="val 3000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58B18FA-89FF-1DD2-7082-5760E1A9AA28}"/>
              </a:ext>
            </a:extLst>
          </p:cNvPr>
          <p:cNvSpPr/>
          <p:nvPr/>
        </p:nvSpPr>
        <p:spPr>
          <a:xfrm>
            <a:off x="8939878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E38E42-629A-B058-96E4-D2A551532AC6}"/>
              </a:ext>
            </a:extLst>
          </p:cNvPr>
          <p:cNvSpPr/>
          <p:nvPr/>
        </p:nvSpPr>
        <p:spPr>
          <a:xfrm>
            <a:off x="3455495" y="65315"/>
            <a:ext cx="5254210" cy="6718040"/>
          </a:xfrm>
          <a:prstGeom prst="roundRect">
            <a:avLst>
              <a:gd name="adj" fmla="val 1492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8B43FA-CCCB-71AE-87B5-CF1F9D3CA214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D847FC-AF69-A062-3602-8C0E3C03CEB9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Trần Văn Bằng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344B62-41F4-C8CA-3672-22C8E8E7553C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solidFill>
                  <a:schemeClr val="bg1"/>
                </a:solidFill>
              </a:rPr>
              <a:t>(Trạng thái)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8EAE72-65AD-648D-59A4-FBFCDB97309F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115A68-2397-0E68-84D4-F5E6762C89B8}"/>
              </a:ext>
            </a:extLst>
          </p:cNvPr>
          <p:cNvSpPr/>
          <p:nvPr/>
        </p:nvSpPr>
        <p:spPr>
          <a:xfrm>
            <a:off x="3452325" y="584992"/>
            <a:ext cx="5228741" cy="564425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61C2EC-F3A3-01EC-4324-F96173654662}"/>
              </a:ext>
            </a:extLst>
          </p:cNvPr>
          <p:cNvCxnSpPr>
            <a:cxnSpLocks/>
          </p:cNvCxnSpPr>
          <p:nvPr/>
        </p:nvCxnSpPr>
        <p:spPr>
          <a:xfrm>
            <a:off x="3452326" y="588816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A724C4-C2CE-1259-786E-000726CFE021}"/>
              </a:ext>
            </a:extLst>
          </p:cNvPr>
          <p:cNvCxnSpPr>
            <a:cxnSpLocks/>
          </p:cNvCxnSpPr>
          <p:nvPr/>
        </p:nvCxnSpPr>
        <p:spPr>
          <a:xfrm>
            <a:off x="3452326" y="6226634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E0E29C2-122D-2997-E06E-81C28D6E2315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Chào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đến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KinKen</a:t>
            </a:r>
            <a:r>
              <a:rPr lang="en-US" dirty="0">
                <a:solidFill>
                  <a:schemeClr val="bg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723C78-9BC7-C2E8-FAE7-9C462D5B122E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E20F61A-8183-1990-A414-C69B297083C9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CF95031-5439-68B2-31FD-2C262E98354E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A56C196-B1AF-F25A-C363-74F699FBAF70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2E10CE6-34A4-622D-90D1-D4BCCEBA2C2C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0C967D7-87A9-DFAA-AA42-ED2F757C3AA6}"/>
              </a:ext>
            </a:extLst>
          </p:cNvPr>
          <p:cNvSpPr/>
          <p:nvPr/>
        </p:nvSpPr>
        <p:spPr>
          <a:xfrm>
            <a:off x="472598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2D650DE-CF43-88D5-CA82-C4D81D8C32ED}"/>
              </a:ext>
            </a:extLst>
          </p:cNvPr>
          <p:cNvSpPr/>
          <p:nvPr/>
        </p:nvSpPr>
        <p:spPr>
          <a:xfrm>
            <a:off x="828042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E5B5E9C-6E87-C11D-C36E-321584921A0F}"/>
              </a:ext>
            </a:extLst>
          </p:cNvPr>
          <p:cNvSpPr/>
          <p:nvPr/>
        </p:nvSpPr>
        <p:spPr>
          <a:xfrm>
            <a:off x="718926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CC25EED-35C6-CE96-03FE-6A901FD276FC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314460-AED7-1689-E58D-F724A50BA4F2}"/>
              </a:ext>
            </a:extLst>
          </p:cNvPr>
          <p:cNvSpPr txBox="1"/>
          <p:nvPr/>
        </p:nvSpPr>
        <p:spPr>
          <a:xfrm>
            <a:off x="5060815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Hôm</a:t>
            </a:r>
            <a:r>
              <a:rPr lang="en-US" sz="1200" dirty="0">
                <a:solidFill>
                  <a:schemeClr val="bg1"/>
                </a:solidFill>
              </a:rPr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CD6FDC5-8A88-DE89-FFC3-6273FB56B231}"/>
              </a:ext>
            </a:extLst>
          </p:cNvPr>
          <p:cNvSpPr/>
          <p:nvPr/>
        </p:nvSpPr>
        <p:spPr>
          <a:xfrm>
            <a:off x="851174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9F4EEF7-AE10-A0D8-60E6-42094CB540FB}"/>
              </a:ext>
            </a:extLst>
          </p:cNvPr>
          <p:cNvSpPr/>
          <p:nvPr/>
        </p:nvSpPr>
        <p:spPr>
          <a:xfrm>
            <a:off x="853357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EA82F5D0-8DAF-63E7-C98D-2A61C63E018F}"/>
              </a:ext>
            </a:extLst>
          </p:cNvPr>
          <p:cNvSpPr/>
          <p:nvPr/>
        </p:nvSpPr>
        <p:spPr>
          <a:xfrm>
            <a:off x="852446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819C886-FBFD-D23D-EAD3-F6E0485BA866}"/>
              </a:ext>
            </a:extLst>
          </p:cNvPr>
          <p:cNvSpPr/>
          <p:nvPr/>
        </p:nvSpPr>
        <p:spPr>
          <a:xfrm rot="10800000">
            <a:off x="852537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D559525-987F-B2C5-E00F-E6F0D5DC0B00}"/>
              </a:ext>
            </a:extLst>
          </p:cNvPr>
          <p:cNvSpPr/>
          <p:nvPr/>
        </p:nvSpPr>
        <p:spPr>
          <a:xfrm>
            <a:off x="8250747" y="148416"/>
            <a:ext cx="367391" cy="36739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6CB3180-3B3F-F5E4-F151-7766C4479DD0}"/>
              </a:ext>
            </a:extLst>
          </p:cNvPr>
          <p:cNvSpPr/>
          <p:nvPr/>
        </p:nvSpPr>
        <p:spPr>
          <a:xfrm>
            <a:off x="785471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B6C26FA-360A-10F8-A6FE-147070DA5C06}"/>
              </a:ext>
            </a:extLst>
          </p:cNvPr>
          <p:cNvSpPr/>
          <p:nvPr/>
        </p:nvSpPr>
        <p:spPr>
          <a:xfrm>
            <a:off x="7458075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B5CDBF7-520F-0579-66CD-DAAB304288E1}"/>
              </a:ext>
            </a:extLst>
          </p:cNvPr>
          <p:cNvSpPr/>
          <p:nvPr/>
        </p:nvSpPr>
        <p:spPr>
          <a:xfrm>
            <a:off x="7062046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2B50F8B7-F271-A14D-480F-0B1B346F4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6649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3A03E075-2209-71E6-6178-62FC1494B448}"/>
              </a:ext>
            </a:extLst>
          </p:cNvPr>
          <p:cNvGrpSpPr/>
          <p:nvPr/>
        </p:nvGrpSpPr>
        <p:grpSpPr>
          <a:xfrm>
            <a:off x="7492898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077BE31-C26D-A63B-9094-6A6B098C26DA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9D6E2C2C-10C1-C17F-52FE-4D8440AFEBF4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5C76B00C-C9E0-A643-4368-D0210465F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5022" y="189308"/>
            <a:ext cx="295121" cy="295121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2C31D53-D23B-11AB-1DFC-2CF56DA8492B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9FFC3EA5-0E38-4005-BDBC-0A5C1DB0CE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B44DD15-13A3-0062-D7FF-4623758A6781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0A0784B-EAF9-7C20-204C-86D8A9376AF1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F5AE0095-75AD-DF3B-5C2E-4A65213D68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7D70095-BE07-88F4-00FF-4E6736CFCF4D}"/>
              </a:ext>
            </a:extLst>
          </p:cNvPr>
          <p:cNvSpPr/>
          <p:nvPr/>
        </p:nvSpPr>
        <p:spPr>
          <a:xfrm>
            <a:off x="4835126" y="6304834"/>
            <a:ext cx="3355017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8EDD520E-F04A-8712-1109-1590097F8C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6700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867D0633-1F84-2ED1-D340-C52D5A878D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84046" y="6314014"/>
            <a:ext cx="392171" cy="392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3748C2-FA4F-2CE1-0FA3-19438B8D9436}"/>
              </a:ext>
            </a:extLst>
          </p:cNvPr>
          <p:cNvSpPr txBox="1"/>
          <p:nvPr/>
        </p:nvSpPr>
        <p:spPr>
          <a:xfrm>
            <a:off x="9457563" y="126889"/>
            <a:ext cx="1987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Thông tin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40997D-78D6-70F2-879E-DA9038ADA6FF}"/>
              </a:ext>
            </a:extLst>
          </p:cNvPr>
          <p:cNvSpPr/>
          <p:nvPr/>
        </p:nvSpPr>
        <p:spPr>
          <a:xfrm>
            <a:off x="10160694" y="640838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61333-4D0B-F935-419A-21F9DFA5B54B}"/>
              </a:ext>
            </a:extLst>
          </p:cNvPr>
          <p:cNvSpPr txBox="1"/>
          <p:nvPr/>
        </p:nvSpPr>
        <p:spPr>
          <a:xfrm>
            <a:off x="9456232" y="1277097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>
                <a:solidFill>
                  <a:schemeClr val="bg1"/>
                </a:solidFill>
              </a:rPr>
              <a:t>Trần Văn Bằng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684B83-04C9-DA34-99E0-64CD6A22F7E9}"/>
              </a:ext>
            </a:extLst>
          </p:cNvPr>
          <p:cNvGrpSpPr/>
          <p:nvPr/>
        </p:nvGrpSpPr>
        <p:grpSpPr>
          <a:xfrm>
            <a:off x="9401996" y="1358253"/>
            <a:ext cx="207020" cy="207020"/>
            <a:chOff x="9401996" y="1358253"/>
            <a:chExt cx="207020" cy="20702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DCF9F7E-5FAD-7BF2-8820-D00291DB0050}"/>
                </a:ext>
              </a:extLst>
            </p:cNvPr>
            <p:cNvSpPr/>
            <p:nvPr/>
          </p:nvSpPr>
          <p:spPr>
            <a:xfrm>
              <a:off x="9401996" y="1358253"/>
              <a:ext cx="207020" cy="2070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Pencil with solid fill">
              <a:extLst>
                <a:ext uri="{FF2B5EF4-FFF2-40B4-BE49-F238E27FC236}">
                  <a16:creationId xmlns:a16="http://schemas.microsoft.com/office/drawing/2014/main" id="{295DFE82-43C4-DBD2-AE1B-5C5DDE833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428961" y="1385218"/>
              <a:ext cx="153090" cy="153090"/>
            </a:xfrm>
            <a:prstGeom prst="rect">
              <a:avLst/>
            </a:prstGeom>
          </p:spPr>
        </p:pic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308DD261-E744-F1BE-97D7-F68607B11BC2}"/>
              </a:ext>
            </a:extLst>
          </p:cNvPr>
          <p:cNvSpPr/>
          <p:nvPr/>
        </p:nvSpPr>
        <p:spPr>
          <a:xfrm>
            <a:off x="8765040" y="2552059"/>
            <a:ext cx="3369807" cy="688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c 59" descr="Ringer with solid fill">
            <a:extLst>
              <a:ext uri="{FF2B5EF4-FFF2-40B4-BE49-F238E27FC236}">
                <a16:creationId xmlns:a16="http://schemas.microsoft.com/office/drawing/2014/main" id="{B9EABB48-1480-C01F-80DB-1F35ED0373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63611" y="1774307"/>
            <a:ext cx="283713" cy="28371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5A945104-944C-642F-6B91-C5BE8DAADEAC}"/>
              </a:ext>
            </a:extLst>
          </p:cNvPr>
          <p:cNvSpPr/>
          <p:nvPr/>
        </p:nvSpPr>
        <p:spPr>
          <a:xfrm>
            <a:off x="9795534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Pin with solid fill">
            <a:extLst>
              <a:ext uri="{FF2B5EF4-FFF2-40B4-BE49-F238E27FC236}">
                <a16:creationId xmlns:a16="http://schemas.microsoft.com/office/drawing/2014/main" id="{68EF268B-897A-7243-1223-BF2D2C30E0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19266" y="1774307"/>
            <a:ext cx="283714" cy="283714"/>
          </a:xfrm>
          <a:prstGeom prst="rect">
            <a:avLst/>
          </a:prstGeom>
        </p:spPr>
      </p:pic>
      <p:sp>
        <p:nvSpPr>
          <p:cNvPr id="92" name="Oval 91">
            <a:extLst>
              <a:ext uri="{FF2B5EF4-FFF2-40B4-BE49-F238E27FC236}">
                <a16:creationId xmlns:a16="http://schemas.microsoft.com/office/drawing/2014/main" id="{56D8ABE8-75E2-6C43-FA03-F70B38063A9E}"/>
              </a:ext>
            </a:extLst>
          </p:cNvPr>
          <p:cNvSpPr/>
          <p:nvPr/>
        </p:nvSpPr>
        <p:spPr>
          <a:xfrm>
            <a:off x="10647389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c 69" descr="Users with solid fill">
            <a:extLst>
              <a:ext uri="{FF2B5EF4-FFF2-40B4-BE49-F238E27FC236}">
                <a16:creationId xmlns:a16="http://schemas.microsoft.com/office/drawing/2014/main" id="{2FAFDD7B-9DD7-1BD7-6B77-D08572A83E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71121" y="1774307"/>
            <a:ext cx="283713" cy="283713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187F0562-0BE6-90AC-25CD-2DB1D9E8F8E7}"/>
              </a:ext>
            </a:extLst>
          </p:cNvPr>
          <p:cNvSpPr txBox="1"/>
          <p:nvPr/>
        </p:nvSpPr>
        <p:spPr>
          <a:xfrm>
            <a:off x="10745173" y="1673905"/>
            <a:ext cx="171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+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9B867B6-DAA4-1C4C-DD9A-879DFE985AB1}"/>
              </a:ext>
            </a:extLst>
          </p:cNvPr>
          <p:cNvSpPr txBox="1"/>
          <p:nvPr/>
        </p:nvSpPr>
        <p:spPr>
          <a:xfrm>
            <a:off x="8570155" y="20528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Tắt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</a:rPr>
              <a:t>thông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báo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B92024C-5F2A-AA40-8478-E7FA05C1768C}"/>
              </a:ext>
            </a:extLst>
          </p:cNvPr>
          <p:cNvSpPr txBox="1"/>
          <p:nvPr/>
        </p:nvSpPr>
        <p:spPr>
          <a:xfrm>
            <a:off x="9425811" y="2061979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Ghim 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</a:rPr>
              <a:t>cuộc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hội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thoai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1FD445F-8561-3055-2B60-923E6FFF54E4}"/>
              </a:ext>
            </a:extLst>
          </p:cNvPr>
          <p:cNvSpPr txBox="1"/>
          <p:nvPr/>
        </p:nvSpPr>
        <p:spPr>
          <a:xfrm>
            <a:off x="10277665" y="2061979"/>
            <a:ext cx="1070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Tạo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nhóm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765F0B61-4209-0859-05BD-BB45A194E862}"/>
              </a:ext>
            </a:extLst>
          </p:cNvPr>
          <p:cNvSpPr/>
          <p:nvPr/>
        </p:nvSpPr>
        <p:spPr>
          <a:xfrm>
            <a:off x="11500969" y="1751255"/>
            <a:ext cx="331178" cy="33117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4C2D09-353D-E740-8FCD-64CEAA609C21}"/>
              </a:ext>
            </a:extLst>
          </p:cNvPr>
          <p:cNvGrpSpPr/>
          <p:nvPr/>
        </p:nvGrpSpPr>
        <p:grpSpPr>
          <a:xfrm>
            <a:off x="11514624" y="1766610"/>
            <a:ext cx="303868" cy="303868"/>
            <a:chOff x="11514624" y="1766610"/>
            <a:chExt cx="303868" cy="303868"/>
          </a:xfrm>
        </p:grpSpPr>
        <p:pic>
          <p:nvPicPr>
            <p:cNvPr id="99" name="Graphic 98" descr="User with solid fill">
              <a:extLst>
                <a:ext uri="{FF2B5EF4-FFF2-40B4-BE49-F238E27FC236}">
                  <a16:creationId xmlns:a16="http://schemas.microsoft.com/office/drawing/2014/main" id="{1DCA5D79-8FFB-96FA-578B-608BB42AF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523776" y="1830351"/>
              <a:ext cx="228593" cy="228593"/>
            </a:xfrm>
            <a:prstGeom prst="rect">
              <a:avLst/>
            </a:prstGeom>
          </p:spPr>
        </p:pic>
        <p:pic>
          <p:nvPicPr>
            <p:cNvPr id="111" name="Graphic 110" descr="Clock with solid fill">
              <a:extLst>
                <a:ext uri="{FF2B5EF4-FFF2-40B4-BE49-F238E27FC236}">
                  <a16:creationId xmlns:a16="http://schemas.microsoft.com/office/drawing/2014/main" id="{DF00B765-FA6B-9D84-6026-EC0E8C0D3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607514" y="1774307"/>
              <a:ext cx="194895" cy="194895"/>
            </a:xfrm>
            <a:prstGeom prst="rect">
              <a:avLst/>
            </a:prstGeom>
          </p:spPr>
        </p:pic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D1A1577-F0C8-7BA0-6C25-C14E5764D2F2}"/>
                </a:ext>
              </a:extLst>
            </p:cNvPr>
            <p:cNvSpPr/>
            <p:nvPr/>
          </p:nvSpPr>
          <p:spPr>
            <a:xfrm>
              <a:off x="11514624" y="1766610"/>
              <a:ext cx="303868" cy="303868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1CAC91EF-461A-5A59-72AA-17780269627E}"/>
              </a:ext>
            </a:extLst>
          </p:cNvPr>
          <p:cNvSpPr txBox="1"/>
          <p:nvPr/>
        </p:nvSpPr>
        <p:spPr>
          <a:xfrm>
            <a:off x="11102760" y="20639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Tin </a:t>
            </a:r>
            <a:r>
              <a:rPr lang="en-US" sz="1000" dirty="0" err="1">
                <a:solidFill>
                  <a:schemeClr val="bg1"/>
                </a:solidFill>
              </a:rPr>
              <a:t>nhắn</a:t>
            </a:r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 err="1">
                <a:solidFill>
                  <a:schemeClr val="bg1"/>
                </a:solidFill>
              </a:rPr>
              <a:t>tạm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thời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A54ED91-193E-8227-1207-E8F3A0831292}"/>
              </a:ext>
            </a:extLst>
          </p:cNvPr>
          <p:cNvSpPr/>
          <p:nvPr/>
        </p:nvSpPr>
        <p:spPr>
          <a:xfrm>
            <a:off x="8765040" y="2620896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Tuỳ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chỉnh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đoạn</a:t>
            </a:r>
            <a:r>
              <a:rPr lang="en-US" sz="1400" dirty="0">
                <a:solidFill>
                  <a:schemeClr val="bg1"/>
                </a:solidFill>
              </a:rPr>
              <a:t> chat</a:t>
            </a:r>
          </a:p>
        </p:txBody>
      </p:sp>
      <p:pic>
        <p:nvPicPr>
          <p:cNvPr id="116" name="Graphic 115" descr="Caret Right with solid fill">
            <a:extLst>
              <a:ext uri="{FF2B5EF4-FFF2-40B4-BE49-F238E27FC236}">
                <a16:creationId xmlns:a16="http://schemas.microsoft.com/office/drawing/2014/main" id="{799F9086-6751-4B83-F5B2-251588D4155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5400000">
            <a:off x="11592569" y="2620896"/>
            <a:ext cx="417064" cy="41706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315E5573-55CA-A984-CAFC-0B67028B247F}"/>
              </a:ext>
            </a:extLst>
          </p:cNvPr>
          <p:cNvSpPr/>
          <p:nvPr/>
        </p:nvSpPr>
        <p:spPr>
          <a:xfrm>
            <a:off x="8765038" y="3020623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Đổi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chủ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đề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18F0708-3125-E26F-6C2E-C0BF166E4B93}"/>
              </a:ext>
            </a:extLst>
          </p:cNvPr>
          <p:cNvSpPr/>
          <p:nvPr/>
        </p:nvSpPr>
        <p:spPr>
          <a:xfrm>
            <a:off x="8762319" y="3413470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Đổi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biểu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tượng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cảm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xúc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62263B1-A7FB-8566-1670-DD8CD135104B}"/>
              </a:ext>
            </a:extLst>
          </p:cNvPr>
          <p:cNvSpPr/>
          <p:nvPr/>
        </p:nvSpPr>
        <p:spPr>
          <a:xfrm>
            <a:off x="3555062" y="5425296"/>
            <a:ext cx="2299088" cy="8795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CF38783-B0BA-BDCE-D7DC-E758B05C5D1B}"/>
              </a:ext>
            </a:extLst>
          </p:cNvPr>
          <p:cNvSpPr/>
          <p:nvPr/>
        </p:nvSpPr>
        <p:spPr>
          <a:xfrm>
            <a:off x="3562039" y="5424174"/>
            <a:ext cx="2299088" cy="4402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Chơi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64B0DEB-687A-D27E-6E68-7108A2CC71DE}"/>
              </a:ext>
            </a:extLst>
          </p:cNvPr>
          <p:cNvSpPr/>
          <p:nvPr/>
        </p:nvSpPr>
        <p:spPr>
          <a:xfrm>
            <a:off x="3555009" y="5881689"/>
            <a:ext cx="2299088" cy="4258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Gửi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trí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3" name="Graphic 122" descr="Game controller with solid fill">
            <a:extLst>
              <a:ext uri="{FF2B5EF4-FFF2-40B4-BE49-F238E27FC236}">
                <a16:creationId xmlns:a16="http://schemas.microsoft.com/office/drawing/2014/main" id="{BD23BBC1-BD53-BE98-31EC-6ED2B2EC41C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48919" y="5452227"/>
            <a:ext cx="431954" cy="431954"/>
          </a:xfrm>
          <a:prstGeom prst="rect">
            <a:avLst/>
          </a:prstGeom>
        </p:spPr>
      </p:pic>
      <p:pic>
        <p:nvPicPr>
          <p:cNvPr id="125" name="Graphic 124" descr="Marker with solid fill">
            <a:extLst>
              <a:ext uri="{FF2B5EF4-FFF2-40B4-BE49-F238E27FC236}">
                <a16:creationId xmlns:a16="http://schemas.microsoft.com/office/drawing/2014/main" id="{CA975BB3-EC29-D325-DF9F-FCA523E4715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354593" y="5897003"/>
            <a:ext cx="407831" cy="407831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6A2121B9-7A35-2EC0-0302-D720F02DF9D3}"/>
              </a:ext>
            </a:extLst>
          </p:cNvPr>
          <p:cNvSpPr/>
          <p:nvPr/>
        </p:nvSpPr>
        <p:spPr>
          <a:xfrm>
            <a:off x="8765038" y="3904288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Lưu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trữ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cuộc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trò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chuyện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DA6C056-52A6-6929-56EB-5537DAE3388E}"/>
              </a:ext>
            </a:extLst>
          </p:cNvPr>
          <p:cNvSpPr/>
          <p:nvPr/>
        </p:nvSpPr>
        <p:spPr>
          <a:xfrm>
            <a:off x="8765038" y="4309278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Ẩn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cuộc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trò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chuyện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7D7E21D-B2FC-3B4C-0DFD-F2F7FFF167B1}"/>
              </a:ext>
            </a:extLst>
          </p:cNvPr>
          <p:cNvSpPr/>
          <p:nvPr/>
        </p:nvSpPr>
        <p:spPr>
          <a:xfrm>
            <a:off x="8765040" y="4714793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Xoá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cuộc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trò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chuyện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30" name="Graphic 129" descr="Garbage with solid fill">
            <a:extLst>
              <a:ext uri="{FF2B5EF4-FFF2-40B4-BE49-F238E27FC236}">
                <a16:creationId xmlns:a16="http://schemas.microsoft.com/office/drawing/2014/main" id="{A6534F0C-19AA-934D-A1A5-17667597F8E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666558" y="4708817"/>
            <a:ext cx="352812" cy="352812"/>
          </a:xfrm>
          <a:prstGeom prst="rect">
            <a:avLst/>
          </a:prstGeom>
        </p:spPr>
      </p:pic>
      <p:pic>
        <p:nvPicPr>
          <p:cNvPr id="132" name="Graphic 131" descr="Eye with solid fill">
            <a:extLst>
              <a:ext uri="{FF2B5EF4-FFF2-40B4-BE49-F238E27FC236}">
                <a16:creationId xmlns:a16="http://schemas.microsoft.com/office/drawing/2014/main" id="{AEF8A669-D164-C50A-1571-E0F7A2DEA4C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626119" y="4290069"/>
            <a:ext cx="412056" cy="412056"/>
          </a:xfrm>
          <a:prstGeom prst="rect">
            <a:avLst/>
          </a:prstGeom>
        </p:spPr>
      </p:pic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678F6AA-F6B3-DA4D-75F0-F261482C94E2}"/>
              </a:ext>
            </a:extLst>
          </p:cNvPr>
          <p:cNvCxnSpPr/>
          <p:nvPr/>
        </p:nvCxnSpPr>
        <p:spPr>
          <a:xfrm flipH="1">
            <a:off x="11697665" y="4391296"/>
            <a:ext cx="270298" cy="2144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6" name="Graphic 135" descr="Box with solid fill">
            <a:extLst>
              <a:ext uri="{FF2B5EF4-FFF2-40B4-BE49-F238E27FC236}">
                <a16:creationId xmlns:a16="http://schemas.microsoft.com/office/drawing/2014/main" id="{B42A8AC7-7780-94A3-D361-C3F2FF00804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652319" y="3914535"/>
            <a:ext cx="362006" cy="362006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57DC8AD5-FD49-155C-2B8D-777C7DA684E4}"/>
              </a:ext>
            </a:extLst>
          </p:cNvPr>
          <p:cNvSpPr txBox="1"/>
          <p:nvPr/>
        </p:nvSpPr>
        <p:spPr>
          <a:xfrm>
            <a:off x="4747983" y="2757382"/>
            <a:ext cx="4449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INFOR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360904-A060-7C53-FA06-603476202900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54BF7C-8915-0F29-F51D-470DA24C11A9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19281D-2A76-5C40-7314-E85C8868877B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2E2EB5-EEB3-19B5-B020-895B56E1C0BC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DFC557-D8F2-FDCD-0627-4286C2EEA2DC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671FC93-86FF-3E72-458B-FE8F02C4581A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bg1"/>
                </a:solidFill>
              </a:rPr>
              <a:t>🔍 </a:t>
            </a:r>
            <a:r>
              <a:rPr lang="vi-VN" sz="1400" dirty="0">
                <a:solidFill>
                  <a:schemeClr val="bg1"/>
                </a:solidFill>
              </a:rPr>
              <a:t>Tìm kiếm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C6C3BF3-BE70-4D15-126F-9DA5D1BF38F7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73074C8-B708-27A0-2807-C2AA8A2C2239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E9035F5-5A56-A4DA-14BB-23D11A27738A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36BF8C-9AC8-9B1A-DE49-53C035A4F67D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94E17B-421B-2206-25EF-C49724D98642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>
                <a:solidFill>
                  <a:schemeClr val="bg1"/>
                </a:solidFill>
              </a:rPr>
              <a:t>Bạn: abcefghik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7AF1B0B-0861-5D4A-9A65-4458EBCAC944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6BCBE5C-D156-1932-A8A8-61C0A5331AF3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9F77B5D-D742-BC48-034D-21A02F46024E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13BB2A6-5383-7AF7-6240-00C9C291733A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57B1AA0-998F-F698-9FB1-2A67CE5F7E18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>
                <a:solidFill>
                  <a:schemeClr val="bg1"/>
                </a:solidFill>
              </a:rPr>
              <a:t>abcefghik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CCDEF57-8A9A-3494-0793-35BD37373650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Speech Bubble: Oval 102">
            <a:extLst>
              <a:ext uri="{FF2B5EF4-FFF2-40B4-BE49-F238E27FC236}">
                <a16:creationId xmlns:a16="http://schemas.microsoft.com/office/drawing/2014/main" id="{00A86516-72D8-ACCD-7637-A5420EF3938C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" name="Graphic 103" descr="User with solid fill">
            <a:extLst>
              <a:ext uri="{FF2B5EF4-FFF2-40B4-BE49-F238E27FC236}">
                <a16:creationId xmlns:a16="http://schemas.microsoft.com/office/drawing/2014/main" id="{DFE80DA5-4BB4-A510-7316-615C9D67770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4D5C475-5C5E-5833-CE9C-B401160C8F92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048264B7-E986-6FC6-7869-AB917C7812BA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E1962AAB-7B2C-35AB-9C4F-88AC4568B7C2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8" name="Graphic 107" descr="Single gear with solid fill">
            <a:extLst>
              <a:ext uri="{FF2B5EF4-FFF2-40B4-BE49-F238E27FC236}">
                <a16:creationId xmlns:a16="http://schemas.microsoft.com/office/drawing/2014/main" id="{603A8A38-57AE-D79B-1477-9E65A31F097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84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03FC-194E-7CAE-521D-8EB49B8E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89C4E8-D360-5ED7-47B4-A3B9FE1CEF75}"/>
              </a:ext>
            </a:extLst>
          </p:cNvPr>
          <p:cNvSpPr/>
          <p:nvPr/>
        </p:nvSpPr>
        <p:spPr>
          <a:xfrm>
            <a:off x="8765040" y="65315"/>
            <a:ext cx="3369807" cy="6718040"/>
          </a:xfrm>
          <a:prstGeom prst="roundRect">
            <a:avLst>
              <a:gd name="adj" fmla="val 3000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14A558E-E41C-6BDB-EBE2-93FAE403D720}"/>
              </a:ext>
            </a:extLst>
          </p:cNvPr>
          <p:cNvSpPr/>
          <p:nvPr/>
        </p:nvSpPr>
        <p:spPr>
          <a:xfrm>
            <a:off x="8939878" y="1751255"/>
            <a:ext cx="331178" cy="3311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BC9D99-7F4F-27A4-6242-80EA9786FF17}"/>
              </a:ext>
            </a:extLst>
          </p:cNvPr>
          <p:cNvSpPr/>
          <p:nvPr/>
        </p:nvSpPr>
        <p:spPr>
          <a:xfrm>
            <a:off x="3455495" y="65315"/>
            <a:ext cx="5254210" cy="6718040"/>
          </a:xfrm>
          <a:prstGeom prst="roundRect">
            <a:avLst>
              <a:gd name="adj" fmla="val 1492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15D10E-147D-C13B-A83A-BEBFA52398A6}"/>
              </a:ext>
            </a:extLst>
          </p:cNvPr>
          <p:cNvSpPr/>
          <p:nvPr/>
        </p:nvSpPr>
        <p:spPr>
          <a:xfrm>
            <a:off x="3628023" y="133156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9FB81F-CDBF-4D75-1DC6-8FEAB646FAED}"/>
              </a:ext>
            </a:extLst>
          </p:cNvPr>
          <p:cNvSpPr txBox="1"/>
          <p:nvPr/>
        </p:nvSpPr>
        <p:spPr>
          <a:xfrm>
            <a:off x="4030824" y="84121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Trần Văn Bằng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25057-2227-D657-2EF1-6345503A7492}"/>
              </a:ext>
            </a:extLst>
          </p:cNvPr>
          <p:cNvSpPr txBox="1"/>
          <p:nvPr/>
        </p:nvSpPr>
        <p:spPr>
          <a:xfrm>
            <a:off x="4203353" y="334556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solidFill>
                  <a:schemeClr val="bg1"/>
                </a:solidFill>
              </a:rPr>
              <a:t>(Trạng thái)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10E3BC-3994-5F2A-75D9-38CDC19DA610}"/>
              </a:ext>
            </a:extLst>
          </p:cNvPr>
          <p:cNvSpPr/>
          <p:nvPr/>
        </p:nvSpPr>
        <p:spPr>
          <a:xfrm>
            <a:off x="4143028" y="412730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139EF5-9A43-E3F3-B959-7226CCE3FA20}"/>
              </a:ext>
            </a:extLst>
          </p:cNvPr>
          <p:cNvSpPr/>
          <p:nvPr/>
        </p:nvSpPr>
        <p:spPr>
          <a:xfrm>
            <a:off x="3471375" y="584992"/>
            <a:ext cx="5228741" cy="564425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FF7905-1AE7-D7C0-A249-1128FECC7477}"/>
              </a:ext>
            </a:extLst>
          </p:cNvPr>
          <p:cNvCxnSpPr>
            <a:cxnSpLocks/>
          </p:cNvCxnSpPr>
          <p:nvPr/>
        </p:nvCxnSpPr>
        <p:spPr>
          <a:xfrm>
            <a:off x="3452326" y="588816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482B35-5CB3-7DD1-20CC-598BBF8CF857}"/>
              </a:ext>
            </a:extLst>
          </p:cNvPr>
          <p:cNvCxnSpPr>
            <a:cxnSpLocks/>
          </p:cNvCxnSpPr>
          <p:nvPr/>
        </p:nvCxnSpPr>
        <p:spPr>
          <a:xfrm>
            <a:off x="3452326" y="6226634"/>
            <a:ext cx="525737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7E72660-C740-925B-655E-797E48A21D61}"/>
              </a:ext>
            </a:extLst>
          </p:cNvPr>
          <p:cNvSpPr/>
          <p:nvPr/>
        </p:nvSpPr>
        <p:spPr>
          <a:xfrm>
            <a:off x="3966678" y="5573092"/>
            <a:ext cx="4449533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Chào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đến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KinKen</a:t>
            </a:r>
            <a:r>
              <a:rPr lang="en-US" dirty="0">
                <a:solidFill>
                  <a:schemeClr val="bg1"/>
                </a:solidFill>
              </a:rPr>
              <a:t> Chat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25838A5-A9E3-933E-F3FF-246B34FF00BC}"/>
              </a:ext>
            </a:extLst>
          </p:cNvPr>
          <p:cNvSpPr/>
          <p:nvPr/>
        </p:nvSpPr>
        <p:spPr>
          <a:xfrm>
            <a:off x="3536767" y="5602174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4C44C8B-6447-4051-601A-B8FB66C84250}"/>
              </a:ext>
            </a:extLst>
          </p:cNvPr>
          <p:cNvSpPr/>
          <p:nvPr/>
        </p:nvSpPr>
        <p:spPr>
          <a:xfrm>
            <a:off x="3966678" y="5127200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BE4041A-0C65-1FA1-116D-576B82ECE329}"/>
              </a:ext>
            </a:extLst>
          </p:cNvPr>
          <p:cNvSpPr/>
          <p:nvPr/>
        </p:nvSpPr>
        <p:spPr>
          <a:xfrm>
            <a:off x="3966678" y="4681308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4F9247F-F119-CC20-D080-71FF7A3DFD0B}"/>
              </a:ext>
            </a:extLst>
          </p:cNvPr>
          <p:cNvSpPr/>
          <p:nvPr/>
        </p:nvSpPr>
        <p:spPr>
          <a:xfrm>
            <a:off x="3966677" y="376956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DE75D4C-6D50-A149-28FD-CF3929DB7035}"/>
              </a:ext>
            </a:extLst>
          </p:cNvPr>
          <p:cNvSpPr/>
          <p:nvPr/>
        </p:nvSpPr>
        <p:spPr>
          <a:xfrm>
            <a:off x="3531505" y="1021838"/>
            <a:ext cx="348639" cy="348639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DB9B437-D47E-3D91-192F-D27D1E284D3B}"/>
              </a:ext>
            </a:extLst>
          </p:cNvPr>
          <p:cNvSpPr/>
          <p:nvPr/>
        </p:nvSpPr>
        <p:spPr>
          <a:xfrm>
            <a:off x="4725984" y="2461907"/>
            <a:ext cx="3675093" cy="879538"/>
          </a:xfrm>
          <a:prstGeom prst="roundRect">
            <a:avLst>
              <a:gd name="adj" fmla="val 256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CC84178-7F0C-2B3B-930E-669965236026}"/>
              </a:ext>
            </a:extLst>
          </p:cNvPr>
          <p:cNvSpPr/>
          <p:nvPr/>
        </p:nvSpPr>
        <p:spPr>
          <a:xfrm>
            <a:off x="8280427" y="3405740"/>
            <a:ext cx="120650" cy="120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8EA0E2C-5D9A-9447-AE9B-8C6A9DF0A40E}"/>
              </a:ext>
            </a:extLst>
          </p:cNvPr>
          <p:cNvSpPr/>
          <p:nvPr/>
        </p:nvSpPr>
        <p:spPr>
          <a:xfrm>
            <a:off x="7189265" y="2000271"/>
            <a:ext cx="1211812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9CBA2FB-3388-E535-CE9E-5620AB1B0406}"/>
              </a:ext>
            </a:extLst>
          </p:cNvPr>
          <p:cNvSpPr/>
          <p:nvPr/>
        </p:nvSpPr>
        <p:spPr>
          <a:xfrm>
            <a:off x="3966678" y="993608"/>
            <a:ext cx="2601836" cy="40783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259B6F-FE68-9AE1-C6C7-31808FF43871}"/>
              </a:ext>
            </a:extLst>
          </p:cNvPr>
          <p:cNvSpPr txBox="1"/>
          <p:nvPr/>
        </p:nvSpPr>
        <p:spPr>
          <a:xfrm>
            <a:off x="5060815" y="1432005"/>
            <a:ext cx="1987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Hôm</a:t>
            </a:r>
            <a:r>
              <a:rPr lang="en-US" sz="1200" dirty="0">
                <a:solidFill>
                  <a:schemeClr val="bg1"/>
                </a:solidFill>
              </a:rPr>
              <a:t> nay: 12:00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E825F4D-6160-93FF-20B0-316890E0C1B7}"/>
              </a:ext>
            </a:extLst>
          </p:cNvPr>
          <p:cNvSpPr/>
          <p:nvPr/>
        </p:nvSpPr>
        <p:spPr>
          <a:xfrm>
            <a:off x="8511749" y="658003"/>
            <a:ext cx="96303" cy="5322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D4D3E99-820C-92D4-E144-9E1A2D9BC36A}"/>
              </a:ext>
            </a:extLst>
          </p:cNvPr>
          <p:cNvSpPr/>
          <p:nvPr/>
        </p:nvSpPr>
        <p:spPr>
          <a:xfrm>
            <a:off x="8533571" y="4498521"/>
            <a:ext cx="52657" cy="127797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17E5B2B2-D4C8-4385-3565-009043D4609B}"/>
              </a:ext>
            </a:extLst>
          </p:cNvPr>
          <p:cNvSpPr/>
          <p:nvPr/>
        </p:nvSpPr>
        <p:spPr>
          <a:xfrm>
            <a:off x="8524463" y="682322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016C8707-0E3E-FC57-25DE-0D9DE67339B5}"/>
              </a:ext>
            </a:extLst>
          </p:cNvPr>
          <p:cNvSpPr/>
          <p:nvPr/>
        </p:nvSpPr>
        <p:spPr>
          <a:xfrm rot="10800000">
            <a:off x="8525378" y="5815704"/>
            <a:ext cx="68256" cy="11014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AC381E2-B6E2-4BE7-4B8D-66568EDD53E4}"/>
              </a:ext>
            </a:extLst>
          </p:cNvPr>
          <p:cNvSpPr/>
          <p:nvPr/>
        </p:nvSpPr>
        <p:spPr>
          <a:xfrm>
            <a:off x="8250747" y="148416"/>
            <a:ext cx="367391" cy="36739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47AA17D-DD54-29AE-09B5-B6C8058C0105}"/>
              </a:ext>
            </a:extLst>
          </p:cNvPr>
          <p:cNvSpPr/>
          <p:nvPr/>
        </p:nvSpPr>
        <p:spPr>
          <a:xfrm>
            <a:off x="7854718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C594456-C640-CB77-89F9-B69738A54A21}"/>
              </a:ext>
            </a:extLst>
          </p:cNvPr>
          <p:cNvSpPr/>
          <p:nvPr/>
        </p:nvSpPr>
        <p:spPr>
          <a:xfrm>
            <a:off x="7458075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D24F561-54BC-A869-3E46-9F6D450155FB}"/>
              </a:ext>
            </a:extLst>
          </p:cNvPr>
          <p:cNvSpPr/>
          <p:nvPr/>
        </p:nvSpPr>
        <p:spPr>
          <a:xfrm>
            <a:off x="7062046" y="148416"/>
            <a:ext cx="367391" cy="3673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Receiver outline">
            <a:extLst>
              <a:ext uri="{FF2B5EF4-FFF2-40B4-BE49-F238E27FC236}">
                <a16:creationId xmlns:a16="http://schemas.microsoft.com/office/drawing/2014/main" id="{271057CC-2E48-6A1F-4E04-06B1E1998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6649" y="184546"/>
            <a:ext cx="298183" cy="298183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E06AB84D-7750-F9EE-AF97-1A3C2EE76F02}"/>
              </a:ext>
            </a:extLst>
          </p:cNvPr>
          <p:cNvGrpSpPr/>
          <p:nvPr/>
        </p:nvGrpSpPr>
        <p:grpSpPr>
          <a:xfrm>
            <a:off x="7492898" y="242891"/>
            <a:ext cx="297743" cy="179111"/>
            <a:chOff x="10869444" y="244560"/>
            <a:chExt cx="297743" cy="179111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2B5E842C-A971-7DA3-4211-9072FD0445E8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Manual Operation 64">
              <a:extLst>
                <a:ext uri="{FF2B5EF4-FFF2-40B4-BE49-F238E27FC236}">
                  <a16:creationId xmlns:a16="http://schemas.microsoft.com/office/drawing/2014/main" id="{12DEBDA8-40BE-4A7B-D3A5-EE3F1A721C02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8" name="Graphic 67" descr="Magnifying glass with solid fill">
            <a:extLst>
              <a:ext uri="{FF2B5EF4-FFF2-40B4-BE49-F238E27FC236}">
                <a16:creationId xmlns:a16="http://schemas.microsoft.com/office/drawing/2014/main" id="{B9B573D8-31FE-9018-DCC1-AB7A42F7D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5022" y="189308"/>
            <a:ext cx="295121" cy="295121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10A05F2-1EAA-46ED-349C-3F334303CE14}"/>
              </a:ext>
            </a:extLst>
          </p:cNvPr>
          <p:cNvSpPr/>
          <p:nvPr/>
        </p:nvSpPr>
        <p:spPr>
          <a:xfrm>
            <a:off x="3951940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1" name="Graphic 80" descr="Radio microphone with solid fill">
            <a:extLst>
              <a:ext uri="{FF2B5EF4-FFF2-40B4-BE49-F238E27FC236}">
                <a16:creationId xmlns:a16="http://schemas.microsoft.com/office/drawing/2014/main" id="{F3289B39-83BA-2AD0-46D4-0538297C93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6995" y="6359783"/>
            <a:ext cx="285345" cy="285345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A88D806-A504-B4BC-78BC-5D883D037CC4}"/>
              </a:ext>
            </a:extLst>
          </p:cNvPr>
          <p:cNvSpPr/>
          <p:nvPr/>
        </p:nvSpPr>
        <p:spPr>
          <a:xfrm>
            <a:off x="3531430" y="6314728"/>
            <a:ext cx="375455" cy="375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E154669-C0F6-B243-AEEF-BF4DC35043B1}"/>
              </a:ext>
            </a:extLst>
          </p:cNvPr>
          <p:cNvSpPr/>
          <p:nvPr/>
        </p:nvSpPr>
        <p:spPr>
          <a:xfrm>
            <a:off x="4372528" y="6314728"/>
            <a:ext cx="375455" cy="3754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6" name="Graphic 85" descr="Document with solid fill">
            <a:extLst>
              <a:ext uri="{FF2B5EF4-FFF2-40B4-BE49-F238E27FC236}">
                <a16:creationId xmlns:a16="http://schemas.microsoft.com/office/drawing/2014/main" id="{DA867B8B-CFFE-EDAC-3BB5-6C86E1107F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4525" y="6338656"/>
            <a:ext cx="331459" cy="331459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173EE2C-A763-8364-152E-73275278F1E5}"/>
              </a:ext>
            </a:extLst>
          </p:cNvPr>
          <p:cNvSpPr/>
          <p:nvPr/>
        </p:nvSpPr>
        <p:spPr>
          <a:xfrm>
            <a:off x="4835126" y="6304834"/>
            <a:ext cx="3355017" cy="4078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Nhập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nhắn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</p:txBody>
      </p:sp>
      <p:pic>
        <p:nvPicPr>
          <p:cNvPr id="89" name="Graphic 88" descr="Thumbs up sign with solid fill">
            <a:extLst>
              <a:ext uri="{FF2B5EF4-FFF2-40B4-BE49-F238E27FC236}">
                <a16:creationId xmlns:a16="http://schemas.microsoft.com/office/drawing/2014/main" id="{D4061EEE-4F1B-C7DE-6244-2E06EED066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72719" y="6226634"/>
            <a:ext cx="491329" cy="491329"/>
          </a:xfrm>
          <a:prstGeom prst="rect">
            <a:avLst/>
          </a:prstGeom>
        </p:spPr>
      </p:pic>
      <p:pic>
        <p:nvPicPr>
          <p:cNvPr id="91" name="Graphic 90" descr="Smiling face with solid fill with solid fill">
            <a:extLst>
              <a:ext uri="{FF2B5EF4-FFF2-40B4-BE49-F238E27FC236}">
                <a16:creationId xmlns:a16="http://schemas.microsoft.com/office/drawing/2014/main" id="{38AA99D3-8703-4C40-9903-D4EABE1591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84046" y="6314014"/>
            <a:ext cx="392171" cy="392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798BA2-DA33-72B8-14F1-2C5F0D161DF7}"/>
              </a:ext>
            </a:extLst>
          </p:cNvPr>
          <p:cNvSpPr txBox="1"/>
          <p:nvPr/>
        </p:nvSpPr>
        <p:spPr>
          <a:xfrm>
            <a:off x="9457563" y="126889"/>
            <a:ext cx="1987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Thông tin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E72C07-C6B5-450C-FF04-3BBBBF20EE32}"/>
              </a:ext>
            </a:extLst>
          </p:cNvPr>
          <p:cNvSpPr/>
          <p:nvPr/>
        </p:nvSpPr>
        <p:spPr>
          <a:xfrm>
            <a:off x="10160694" y="640838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01AC20-9CBF-299E-0ABD-06C90C822209}"/>
              </a:ext>
            </a:extLst>
          </p:cNvPr>
          <p:cNvSpPr txBox="1"/>
          <p:nvPr/>
        </p:nvSpPr>
        <p:spPr>
          <a:xfrm>
            <a:off x="9456232" y="1277097"/>
            <a:ext cx="198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>
                <a:solidFill>
                  <a:schemeClr val="bg1"/>
                </a:solidFill>
              </a:rPr>
              <a:t>Trần Văn Bằng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CB1934E-6B3B-B3BF-1642-B8A007E25244}"/>
              </a:ext>
            </a:extLst>
          </p:cNvPr>
          <p:cNvGrpSpPr/>
          <p:nvPr/>
        </p:nvGrpSpPr>
        <p:grpSpPr>
          <a:xfrm>
            <a:off x="9401996" y="1358253"/>
            <a:ext cx="207020" cy="207020"/>
            <a:chOff x="9401996" y="1358253"/>
            <a:chExt cx="207020" cy="20702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4EEFDEB-5182-287D-1B82-9989517FCD7A}"/>
                </a:ext>
              </a:extLst>
            </p:cNvPr>
            <p:cNvSpPr/>
            <p:nvPr/>
          </p:nvSpPr>
          <p:spPr>
            <a:xfrm>
              <a:off x="9401996" y="1358253"/>
              <a:ext cx="207020" cy="2070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Pencil with solid fill">
              <a:extLst>
                <a:ext uri="{FF2B5EF4-FFF2-40B4-BE49-F238E27FC236}">
                  <a16:creationId xmlns:a16="http://schemas.microsoft.com/office/drawing/2014/main" id="{9744D79B-B0BB-8465-8B19-5FEB03574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428961" y="1385218"/>
              <a:ext cx="153090" cy="153090"/>
            </a:xfrm>
            <a:prstGeom prst="rect">
              <a:avLst/>
            </a:prstGeom>
          </p:spPr>
        </p:pic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9C7671CD-7875-2240-37C8-DDF2C5A1185C}"/>
              </a:ext>
            </a:extLst>
          </p:cNvPr>
          <p:cNvSpPr/>
          <p:nvPr/>
        </p:nvSpPr>
        <p:spPr>
          <a:xfrm>
            <a:off x="8765040" y="2552059"/>
            <a:ext cx="3369807" cy="688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c 59" descr="Ringer with solid fill">
            <a:extLst>
              <a:ext uri="{FF2B5EF4-FFF2-40B4-BE49-F238E27FC236}">
                <a16:creationId xmlns:a16="http://schemas.microsoft.com/office/drawing/2014/main" id="{021A1DAD-0F47-79EC-EB9C-1421207730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63611" y="1774307"/>
            <a:ext cx="283713" cy="28371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5AF6DE4F-14F4-4F94-FF38-E9537B3B25C7}"/>
              </a:ext>
            </a:extLst>
          </p:cNvPr>
          <p:cNvSpPr/>
          <p:nvPr/>
        </p:nvSpPr>
        <p:spPr>
          <a:xfrm>
            <a:off x="9795534" y="1751255"/>
            <a:ext cx="331178" cy="3311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Pin with solid fill">
            <a:extLst>
              <a:ext uri="{FF2B5EF4-FFF2-40B4-BE49-F238E27FC236}">
                <a16:creationId xmlns:a16="http://schemas.microsoft.com/office/drawing/2014/main" id="{49D733FE-1D78-49CB-F571-4061170CBEA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19266" y="1774307"/>
            <a:ext cx="283714" cy="283714"/>
          </a:xfrm>
          <a:prstGeom prst="rect">
            <a:avLst/>
          </a:prstGeom>
        </p:spPr>
      </p:pic>
      <p:sp>
        <p:nvSpPr>
          <p:cNvPr id="92" name="Oval 91">
            <a:extLst>
              <a:ext uri="{FF2B5EF4-FFF2-40B4-BE49-F238E27FC236}">
                <a16:creationId xmlns:a16="http://schemas.microsoft.com/office/drawing/2014/main" id="{0BB64D52-7A28-5678-EDF3-3CE8E76E29C7}"/>
              </a:ext>
            </a:extLst>
          </p:cNvPr>
          <p:cNvSpPr/>
          <p:nvPr/>
        </p:nvSpPr>
        <p:spPr>
          <a:xfrm>
            <a:off x="10647389" y="1751255"/>
            <a:ext cx="331178" cy="3311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c 69" descr="Users with solid fill">
            <a:extLst>
              <a:ext uri="{FF2B5EF4-FFF2-40B4-BE49-F238E27FC236}">
                <a16:creationId xmlns:a16="http://schemas.microsoft.com/office/drawing/2014/main" id="{FA1897A0-F3CB-8976-4F67-BCC88639AF3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71121" y="1774307"/>
            <a:ext cx="283713" cy="28371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4CB20535-AFFC-81E3-40B6-9B3FA2C67FDF}"/>
              </a:ext>
            </a:extLst>
          </p:cNvPr>
          <p:cNvSpPr txBox="1"/>
          <p:nvPr/>
        </p:nvSpPr>
        <p:spPr>
          <a:xfrm>
            <a:off x="8570155" y="20528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Tắt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</a:rPr>
              <a:t>thông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báo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8D94A7-F71E-A7A3-B319-6FA8360A9ECC}"/>
              </a:ext>
            </a:extLst>
          </p:cNvPr>
          <p:cNvSpPr txBox="1"/>
          <p:nvPr/>
        </p:nvSpPr>
        <p:spPr>
          <a:xfrm>
            <a:off x="9425811" y="2061979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Ghim 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</a:rPr>
              <a:t>cuộc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hội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thoai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7217499-CBC0-B934-E19C-7D9A7C45E527}"/>
              </a:ext>
            </a:extLst>
          </p:cNvPr>
          <p:cNvSpPr txBox="1"/>
          <p:nvPr/>
        </p:nvSpPr>
        <p:spPr>
          <a:xfrm>
            <a:off x="10277665" y="2061979"/>
            <a:ext cx="1070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Tạo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nhóm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43FF90E-F0C1-4888-9DE4-CFA97C68BF01}"/>
              </a:ext>
            </a:extLst>
          </p:cNvPr>
          <p:cNvSpPr/>
          <p:nvPr/>
        </p:nvSpPr>
        <p:spPr>
          <a:xfrm>
            <a:off x="11500969" y="1751255"/>
            <a:ext cx="331178" cy="3311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54CA28B6-9C98-844A-42EA-CC0A1936651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523776" y="1830351"/>
            <a:ext cx="228593" cy="228593"/>
          </a:xfrm>
          <a:prstGeom prst="rect">
            <a:avLst/>
          </a:prstGeom>
        </p:spPr>
      </p:pic>
      <p:pic>
        <p:nvPicPr>
          <p:cNvPr id="111" name="Graphic 110" descr="Clock with solid fill">
            <a:extLst>
              <a:ext uri="{FF2B5EF4-FFF2-40B4-BE49-F238E27FC236}">
                <a16:creationId xmlns:a16="http://schemas.microsoft.com/office/drawing/2014/main" id="{A19B5A9E-E0E4-C6C0-EF59-30C7EFDC8C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607514" y="1774307"/>
            <a:ext cx="194895" cy="194895"/>
          </a:xfrm>
          <a:prstGeom prst="rect">
            <a:avLst/>
          </a:prstGeom>
        </p:spPr>
      </p:pic>
      <p:sp>
        <p:nvSpPr>
          <p:cNvPr id="112" name="Oval 111">
            <a:extLst>
              <a:ext uri="{FF2B5EF4-FFF2-40B4-BE49-F238E27FC236}">
                <a16:creationId xmlns:a16="http://schemas.microsoft.com/office/drawing/2014/main" id="{44DE3775-AA46-CC18-33AE-8AE247199565}"/>
              </a:ext>
            </a:extLst>
          </p:cNvPr>
          <p:cNvSpPr/>
          <p:nvPr/>
        </p:nvSpPr>
        <p:spPr>
          <a:xfrm>
            <a:off x="11514624" y="1766610"/>
            <a:ext cx="303868" cy="303868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D0BFEA6-CB63-5617-7798-46720A52C9D6}"/>
              </a:ext>
            </a:extLst>
          </p:cNvPr>
          <p:cNvSpPr txBox="1"/>
          <p:nvPr/>
        </p:nvSpPr>
        <p:spPr>
          <a:xfrm>
            <a:off x="11102760" y="2063951"/>
            <a:ext cx="1070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Tin </a:t>
            </a:r>
            <a:r>
              <a:rPr lang="en-US" sz="1000" dirty="0" err="1">
                <a:solidFill>
                  <a:schemeClr val="bg1"/>
                </a:solidFill>
              </a:rPr>
              <a:t>nhắn</a:t>
            </a:r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 err="1">
                <a:solidFill>
                  <a:schemeClr val="bg1"/>
                </a:solidFill>
              </a:rPr>
              <a:t>tạm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thời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25500E1-051F-372C-A8CD-FDDEC6256EAD}"/>
              </a:ext>
            </a:extLst>
          </p:cNvPr>
          <p:cNvSpPr/>
          <p:nvPr/>
        </p:nvSpPr>
        <p:spPr>
          <a:xfrm>
            <a:off x="8765040" y="2620896"/>
            <a:ext cx="3369807" cy="39284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Tuỳ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chỉnh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đoạn</a:t>
            </a:r>
            <a:r>
              <a:rPr lang="en-US" sz="1400" dirty="0">
                <a:solidFill>
                  <a:schemeClr val="bg1"/>
                </a:solidFill>
              </a:rPr>
              <a:t> chat</a:t>
            </a:r>
          </a:p>
        </p:txBody>
      </p:sp>
      <p:pic>
        <p:nvPicPr>
          <p:cNvPr id="116" name="Graphic 115" descr="Caret Right with solid fill">
            <a:extLst>
              <a:ext uri="{FF2B5EF4-FFF2-40B4-BE49-F238E27FC236}">
                <a16:creationId xmlns:a16="http://schemas.microsoft.com/office/drawing/2014/main" id="{A17FE576-68C6-3922-3E7A-82529206EE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5400000">
            <a:off x="11592569" y="2620896"/>
            <a:ext cx="417064" cy="41706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A1383763-BD16-944B-D85D-ED845B0153FE}"/>
              </a:ext>
            </a:extLst>
          </p:cNvPr>
          <p:cNvSpPr/>
          <p:nvPr/>
        </p:nvSpPr>
        <p:spPr>
          <a:xfrm>
            <a:off x="8765038" y="3020623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Đổi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chủ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đề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39E7023-F2AA-F5A3-A7E5-6D93F27E3153}"/>
              </a:ext>
            </a:extLst>
          </p:cNvPr>
          <p:cNvSpPr/>
          <p:nvPr/>
        </p:nvSpPr>
        <p:spPr>
          <a:xfrm>
            <a:off x="8762319" y="3413470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Đổi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biểu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tượng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cảm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xúc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3CB028E-6A66-DF9A-BBD6-E1FA7F7B198E}"/>
              </a:ext>
            </a:extLst>
          </p:cNvPr>
          <p:cNvSpPr/>
          <p:nvPr/>
        </p:nvSpPr>
        <p:spPr>
          <a:xfrm>
            <a:off x="3555062" y="5425296"/>
            <a:ext cx="2299088" cy="8795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BB91F3F-D18D-4AAA-161A-3982E797115F}"/>
              </a:ext>
            </a:extLst>
          </p:cNvPr>
          <p:cNvSpPr/>
          <p:nvPr/>
        </p:nvSpPr>
        <p:spPr>
          <a:xfrm>
            <a:off x="3562039" y="5424174"/>
            <a:ext cx="2299088" cy="4402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Chơi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6B15612-C98F-54D7-579F-970FD0D07388}"/>
              </a:ext>
            </a:extLst>
          </p:cNvPr>
          <p:cNvSpPr/>
          <p:nvPr/>
        </p:nvSpPr>
        <p:spPr>
          <a:xfrm>
            <a:off x="3555009" y="5881689"/>
            <a:ext cx="2299088" cy="4258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Gửi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trí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3" name="Graphic 122" descr="Game controller with solid fill">
            <a:extLst>
              <a:ext uri="{FF2B5EF4-FFF2-40B4-BE49-F238E27FC236}">
                <a16:creationId xmlns:a16="http://schemas.microsoft.com/office/drawing/2014/main" id="{D60D3E28-3480-643A-12E6-2AD008CD093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48919" y="5452227"/>
            <a:ext cx="431954" cy="431954"/>
          </a:xfrm>
          <a:prstGeom prst="rect">
            <a:avLst/>
          </a:prstGeom>
        </p:spPr>
      </p:pic>
      <p:pic>
        <p:nvPicPr>
          <p:cNvPr id="125" name="Graphic 124" descr="Marker with solid fill">
            <a:extLst>
              <a:ext uri="{FF2B5EF4-FFF2-40B4-BE49-F238E27FC236}">
                <a16:creationId xmlns:a16="http://schemas.microsoft.com/office/drawing/2014/main" id="{6779400B-C68C-B8C9-3DA1-356B13E8B5E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354593" y="5897003"/>
            <a:ext cx="407831" cy="407831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1DF92CD-C253-881E-D55E-AD9274A05A67}"/>
              </a:ext>
            </a:extLst>
          </p:cNvPr>
          <p:cNvSpPr/>
          <p:nvPr/>
        </p:nvSpPr>
        <p:spPr>
          <a:xfrm>
            <a:off x="8765038" y="3904288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Lưu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trữ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cuộc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trò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chuyện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85A0C87-FD97-2974-45F7-23BDB80DB02E}"/>
              </a:ext>
            </a:extLst>
          </p:cNvPr>
          <p:cNvSpPr/>
          <p:nvPr/>
        </p:nvSpPr>
        <p:spPr>
          <a:xfrm>
            <a:off x="8765038" y="4309278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Ẩn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cuộc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trò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chuyện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3763A24-67F7-185B-97F3-5AA29642901A}"/>
              </a:ext>
            </a:extLst>
          </p:cNvPr>
          <p:cNvSpPr/>
          <p:nvPr/>
        </p:nvSpPr>
        <p:spPr>
          <a:xfrm>
            <a:off x="8765040" y="4714793"/>
            <a:ext cx="3369807" cy="392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err="1">
                <a:solidFill>
                  <a:schemeClr val="bg1"/>
                </a:solidFill>
              </a:rPr>
              <a:t>Xoá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cuộc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trò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chuyện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30" name="Graphic 129" descr="Garbage with solid fill">
            <a:extLst>
              <a:ext uri="{FF2B5EF4-FFF2-40B4-BE49-F238E27FC236}">
                <a16:creationId xmlns:a16="http://schemas.microsoft.com/office/drawing/2014/main" id="{CC7ADBC4-0752-9596-2382-D1D18CA5CE8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666558" y="4708817"/>
            <a:ext cx="352812" cy="352812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537A747A-9584-7B63-58EF-740C415AC8D8}"/>
              </a:ext>
            </a:extLst>
          </p:cNvPr>
          <p:cNvSpPr txBox="1"/>
          <p:nvPr/>
        </p:nvSpPr>
        <p:spPr>
          <a:xfrm>
            <a:off x="3067051" y="2757382"/>
            <a:ext cx="6130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INFOR.HOVER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1FB40-C757-B385-0853-B9FF5B4155F2}"/>
              </a:ext>
            </a:extLst>
          </p:cNvPr>
          <p:cNvSpPr/>
          <p:nvPr/>
        </p:nvSpPr>
        <p:spPr>
          <a:xfrm>
            <a:off x="0" y="0"/>
            <a:ext cx="724619" cy="6858000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DC5656-2C44-FF7A-80B5-E585068077F9}"/>
              </a:ext>
            </a:extLst>
          </p:cNvPr>
          <p:cNvSpPr/>
          <p:nvPr/>
        </p:nvSpPr>
        <p:spPr>
          <a:xfrm>
            <a:off x="120674" y="1287225"/>
            <a:ext cx="464030" cy="46403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CFCC64-86A2-CADD-48F9-EF0BD1FDCD6F}"/>
              </a:ext>
            </a:extLst>
          </p:cNvPr>
          <p:cNvSpPr/>
          <p:nvPr/>
        </p:nvSpPr>
        <p:spPr>
          <a:xfrm>
            <a:off x="73060" y="298580"/>
            <a:ext cx="578498" cy="578498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907498-A029-B948-0E7B-DEDBC04E8DF0}"/>
              </a:ext>
            </a:extLst>
          </p:cNvPr>
          <p:cNvSpPr/>
          <p:nvPr/>
        </p:nvSpPr>
        <p:spPr>
          <a:xfrm>
            <a:off x="811763" y="65315"/>
            <a:ext cx="2556588" cy="6718040"/>
          </a:xfrm>
          <a:prstGeom prst="roundRect">
            <a:avLst>
              <a:gd name="adj" fmla="val 352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B735C7-3A66-CCCC-D45C-6505B637CA39}"/>
              </a:ext>
            </a:extLst>
          </p:cNvPr>
          <p:cNvCxnSpPr>
            <a:cxnSpLocks/>
          </p:cNvCxnSpPr>
          <p:nvPr/>
        </p:nvCxnSpPr>
        <p:spPr>
          <a:xfrm>
            <a:off x="811763" y="588816"/>
            <a:ext cx="255658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EFBF95A-776C-8667-97FC-09C9757C550F}"/>
              </a:ext>
            </a:extLst>
          </p:cNvPr>
          <p:cNvSpPr/>
          <p:nvPr/>
        </p:nvSpPr>
        <p:spPr>
          <a:xfrm>
            <a:off x="904875" y="145681"/>
            <a:ext cx="2378090" cy="373155"/>
          </a:xfrm>
          <a:prstGeom prst="roundRect">
            <a:avLst>
              <a:gd name="adj" fmla="val 21772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>
                <a:solidFill>
                  <a:schemeClr val="bg1"/>
                </a:solidFill>
              </a:rPr>
              <a:t>🔍 </a:t>
            </a:r>
            <a:r>
              <a:rPr lang="vi-VN" sz="1400" dirty="0">
                <a:solidFill>
                  <a:schemeClr val="bg1"/>
                </a:solidFill>
              </a:rPr>
              <a:t>Tìm kiếm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DA261F5-F8F0-D8DC-8264-80A53381551C}"/>
              </a:ext>
            </a:extLst>
          </p:cNvPr>
          <p:cNvSpPr/>
          <p:nvPr/>
        </p:nvSpPr>
        <p:spPr>
          <a:xfrm>
            <a:off x="831444" y="640839"/>
            <a:ext cx="2517225" cy="4857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9447AFC-A98E-B602-869A-98099484DAA9}"/>
              </a:ext>
            </a:extLst>
          </p:cNvPr>
          <p:cNvSpPr/>
          <p:nvPr/>
        </p:nvSpPr>
        <p:spPr>
          <a:xfrm>
            <a:off x="872123" y="682322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01F0583-EA12-7A38-7FBB-0DCEF6767E82}"/>
              </a:ext>
            </a:extLst>
          </p:cNvPr>
          <p:cNvSpPr/>
          <p:nvPr/>
        </p:nvSpPr>
        <p:spPr>
          <a:xfrm>
            <a:off x="1164115" y="964473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717A8B-EF7E-98E5-414B-CFC28A349ED9}"/>
              </a:ext>
            </a:extLst>
          </p:cNvPr>
          <p:cNvSpPr txBox="1"/>
          <p:nvPr/>
        </p:nvSpPr>
        <p:spPr>
          <a:xfrm>
            <a:off x="1274924" y="640838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FDE3FC-3371-3335-868E-3F780C273199}"/>
              </a:ext>
            </a:extLst>
          </p:cNvPr>
          <p:cNvSpPr txBox="1"/>
          <p:nvPr/>
        </p:nvSpPr>
        <p:spPr>
          <a:xfrm>
            <a:off x="1313165" y="892932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>
                <a:solidFill>
                  <a:schemeClr val="bg1"/>
                </a:solidFill>
              </a:rPr>
              <a:t>Bạn: abcefghik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2B1C6175-B7E5-52AA-4DE9-40DA5F30DA56}"/>
              </a:ext>
            </a:extLst>
          </p:cNvPr>
          <p:cNvSpPr/>
          <p:nvPr/>
        </p:nvSpPr>
        <p:spPr>
          <a:xfrm>
            <a:off x="831444" y="1149345"/>
            <a:ext cx="2517225" cy="48576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40D11BB-3D65-4D79-6473-0FACAA83F445}"/>
              </a:ext>
            </a:extLst>
          </p:cNvPr>
          <p:cNvSpPr/>
          <p:nvPr/>
        </p:nvSpPr>
        <p:spPr>
          <a:xfrm>
            <a:off x="872123" y="1190828"/>
            <a:ext cx="402801" cy="402801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33EF950-4B62-9C47-E920-021FF9D1355A}"/>
              </a:ext>
            </a:extLst>
          </p:cNvPr>
          <p:cNvSpPr/>
          <p:nvPr/>
        </p:nvSpPr>
        <p:spPr>
          <a:xfrm>
            <a:off x="1164115" y="1472979"/>
            <a:ext cx="120650" cy="1206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793B7C1-7699-F2D3-0050-F1D812B91328}"/>
              </a:ext>
            </a:extLst>
          </p:cNvPr>
          <p:cNvSpPr txBox="1"/>
          <p:nvPr/>
        </p:nvSpPr>
        <p:spPr>
          <a:xfrm>
            <a:off x="1274924" y="1149344"/>
            <a:ext cx="198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Trần Văn Bằng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DA3F405-8219-6976-3E3F-D06FA9AACB40}"/>
              </a:ext>
            </a:extLst>
          </p:cNvPr>
          <p:cNvSpPr txBox="1"/>
          <p:nvPr/>
        </p:nvSpPr>
        <p:spPr>
          <a:xfrm>
            <a:off x="1313165" y="1401438"/>
            <a:ext cx="1987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1" dirty="0">
                <a:solidFill>
                  <a:schemeClr val="bg1"/>
                </a:solidFill>
              </a:rPr>
              <a:t>abcefghik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F488548-30C8-733F-93CB-468D4DF7C6FD}"/>
              </a:ext>
            </a:extLst>
          </p:cNvPr>
          <p:cNvSpPr/>
          <p:nvPr/>
        </p:nvSpPr>
        <p:spPr>
          <a:xfrm>
            <a:off x="3138732" y="1341113"/>
            <a:ext cx="120650" cy="120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Speech Bubble: Oval 102">
            <a:extLst>
              <a:ext uri="{FF2B5EF4-FFF2-40B4-BE49-F238E27FC236}">
                <a16:creationId xmlns:a16="http://schemas.microsoft.com/office/drawing/2014/main" id="{F6F96261-1FEB-3C99-B8EA-E5A55C3009D2}"/>
              </a:ext>
            </a:extLst>
          </p:cNvPr>
          <p:cNvSpPr/>
          <p:nvPr/>
        </p:nvSpPr>
        <p:spPr>
          <a:xfrm>
            <a:off x="155572" y="1355076"/>
            <a:ext cx="395116" cy="315528"/>
          </a:xfrm>
          <a:prstGeom prst="wedgeEllipseCallout">
            <a:avLst>
              <a:gd name="adj1" fmla="val -35746"/>
              <a:gd name="adj2" fmla="val 590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" name="Graphic 103" descr="User with solid fill">
            <a:extLst>
              <a:ext uri="{FF2B5EF4-FFF2-40B4-BE49-F238E27FC236}">
                <a16:creationId xmlns:a16="http://schemas.microsoft.com/office/drawing/2014/main" id="{0DAC8E2C-5E4C-6B24-8A90-2345649328A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527" y="1830352"/>
            <a:ext cx="503455" cy="503455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EBE8161-EA22-4E3A-372C-3504661B73B1}"/>
              </a:ext>
            </a:extLst>
          </p:cNvPr>
          <p:cNvGrpSpPr/>
          <p:nvPr/>
        </p:nvGrpSpPr>
        <p:grpSpPr>
          <a:xfrm>
            <a:off x="182580" y="2478154"/>
            <a:ext cx="355348" cy="373368"/>
            <a:chOff x="108527" y="2478154"/>
            <a:chExt cx="355348" cy="373368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E6CD819C-DFAB-93AE-A9D3-5582BF3D1F81}"/>
                </a:ext>
              </a:extLst>
            </p:cNvPr>
            <p:cNvSpPr/>
            <p:nvPr/>
          </p:nvSpPr>
          <p:spPr>
            <a:xfrm>
              <a:off x="279077" y="2510664"/>
              <a:ext cx="184798" cy="3083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BCEA0503-5B79-E6AD-35C2-7B20E03324F0}"/>
                </a:ext>
              </a:extLst>
            </p:cNvPr>
            <p:cNvSpPr/>
            <p:nvPr/>
          </p:nvSpPr>
          <p:spPr>
            <a:xfrm>
              <a:off x="108527" y="2478154"/>
              <a:ext cx="234915" cy="3733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8" name="Graphic 107" descr="Single gear with solid fill">
            <a:extLst>
              <a:ext uri="{FF2B5EF4-FFF2-40B4-BE49-F238E27FC236}">
                <a16:creationId xmlns:a16="http://schemas.microsoft.com/office/drawing/2014/main" id="{E498A901-A10E-393A-7F04-CC7A8CAEDB1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3881" y="6229252"/>
            <a:ext cx="578498" cy="578498"/>
          </a:xfrm>
          <a:prstGeom prst="rect">
            <a:avLst/>
          </a:prstGeom>
        </p:spPr>
      </p:pic>
      <p:pic>
        <p:nvPicPr>
          <p:cNvPr id="5" name="Graphic 4" descr="Eye with solid fill">
            <a:extLst>
              <a:ext uri="{FF2B5EF4-FFF2-40B4-BE49-F238E27FC236}">
                <a16:creationId xmlns:a16="http://schemas.microsoft.com/office/drawing/2014/main" id="{769A5865-6C86-8957-857A-91E0DFB2ABF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626119" y="4290069"/>
            <a:ext cx="412056" cy="41205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457D2D-B98B-7855-85F3-2E2A7F7920CE}"/>
              </a:ext>
            </a:extLst>
          </p:cNvPr>
          <p:cNvCxnSpPr/>
          <p:nvPr/>
        </p:nvCxnSpPr>
        <p:spPr>
          <a:xfrm flipH="1">
            <a:off x="11697665" y="4391296"/>
            <a:ext cx="270298" cy="2144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Graphic 7" descr="Box with solid fill">
            <a:extLst>
              <a:ext uri="{FF2B5EF4-FFF2-40B4-BE49-F238E27FC236}">
                <a16:creationId xmlns:a16="http://schemas.microsoft.com/office/drawing/2014/main" id="{1DE48F5C-B83F-768B-3C2C-38A5A5DEEAE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652319" y="3914535"/>
            <a:ext cx="362006" cy="362006"/>
          </a:xfrm>
          <a:prstGeom prst="rect">
            <a:avLst/>
          </a:prstGeom>
        </p:spPr>
      </p:pic>
      <p:pic>
        <p:nvPicPr>
          <p:cNvPr id="20" name="Graphic 19" descr="Send with solid fill">
            <a:extLst>
              <a:ext uri="{FF2B5EF4-FFF2-40B4-BE49-F238E27FC236}">
                <a16:creationId xmlns:a16="http://schemas.microsoft.com/office/drawing/2014/main" id="{C077380B-93A8-06BD-6BB2-990F976A9B9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245396" y="6319995"/>
            <a:ext cx="394158" cy="39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53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5BA918-7845-5760-293E-DE85578B9D91}"/>
              </a:ext>
            </a:extLst>
          </p:cNvPr>
          <p:cNvSpPr/>
          <p:nvPr/>
        </p:nvSpPr>
        <p:spPr>
          <a:xfrm>
            <a:off x="2193985" y="1043796"/>
            <a:ext cx="7651630" cy="47704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0AF0D2-672F-4DED-5722-8B21E1882540}"/>
              </a:ext>
            </a:extLst>
          </p:cNvPr>
          <p:cNvSpPr/>
          <p:nvPr/>
        </p:nvSpPr>
        <p:spPr>
          <a:xfrm>
            <a:off x="4516016" y="1042564"/>
            <a:ext cx="5318449" cy="4770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41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3D02FFC-86BE-5E2F-0A3A-1E337A44A582}"/>
              </a:ext>
            </a:extLst>
          </p:cNvPr>
          <p:cNvSpPr/>
          <p:nvPr/>
        </p:nvSpPr>
        <p:spPr>
          <a:xfrm>
            <a:off x="6019800" y="0"/>
            <a:ext cx="61722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Send with solid fill">
            <a:extLst>
              <a:ext uri="{FF2B5EF4-FFF2-40B4-BE49-F238E27FC236}">
                <a16:creationId xmlns:a16="http://schemas.microsoft.com/office/drawing/2014/main" id="{753636AC-CF7C-D4CE-046B-257DA25E9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76" y="556101"/>
            <a:ext cx="5745797" cy="5745797"/>
          </a:xfrm>
          <a:prstGeom prst="rect">
            <a:avLst/>
          </a:prstGeom>
        </p:spPr>
      </p:pic>
      <p:pic>
        <p:nvPicPr>
          <p:cNvPr id="22" name="Graphic 21" descr="Send with solid fill">
            <a:extLst>
              <a:ext uri="{FF2B5EF4-FFF2-40B4-BE49-F238E27FC236}">
                <a16:creationId xmlns:a16="http://schemas.microsoft.com/office/drawing/2014/main" id="{55577CE6-3AC8-EC77-6C65-6D9822486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3001" y="556101"/>
            <a:ext cx="5745797" cy="574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20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Receiver outline">
            <a:extLst>
              <a:ext uri="{FF2B5EF4-FFF2-40B4-BE49-F238E27FC236}">
                <a16:creationId xmlns:a16="http://schemas.microsoft.com/office/drawing/2014/main" id="{FD154B5D-9E2E-6E11-B336-B3D3DB7EE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312" y="967680"/>
            <a:ext cx="4922640" cy="492264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6BB3BAE-D92C-EB04-A7C2-077C253080E1}"/>
              </a:ext>
            </a:extLst>
          </p:cNvPr>
          <p:cNvGrpSpPr/>
          <p:nvPr/>
        </p:nvGrpSpPr>
        <p:grpSpPr>
          <a:xfrm>
            <a:off x="6609089" y="1870472"/>
            <a:ext cx="5181599" cy="3117055"/>
            <a:chOff x="10869444" y="244560"/>
            <a:chExt cx="297743" cy="17911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1C95944-BA7C-96B2-E0D2-17BCFB26BC39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2159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lowchart: Manual Operation 5">
              <a:extLst>
                <a:ext uri="{FF2B5EF4-FFF2-40B4-BE49-F238E27FC236}">
                  <a16:creationId xmlns:a16="http://schemas.microsoft.com/office/drawing/2014/main" id="{45AAAB94-DDD5-39CF-7A36-0937E9E8A1AB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2159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052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BD902-F312-00E4-505F-AF7C236F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3156A4-BBFB-05E7-C0C9-CB6FF1B662D6}"/>
              </a:ext>
            </a:extLst>
          </p:cNvPr>
          <p:cNvSpPr/>
          <p:nvPr/>
        </p:nvSpPr>
        <p:spPr>
          <a:xfrm>
            <a:off x="-1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Receiver outline">
            <a:extLst>
              <a:ext uri="{FF2B5EF4-FFF2-40B4-BE49-F238E27FC236}">
                <a16:creationId xmlns:a16="http://schemas.microsoft.com/office/drawing/2014/main" id="{D662868A-263B-56DF-3466-9681D8F7C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312" y="967680"/>
            <a:ext cx="4922640" cy="492264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E0B6B2-F8AD-74E7-8024-DC2B14EAC085}"/>
              </a:ext>
            </a:extLst>
          </p:cNvPr>
          <p:cNvGrpSpPr/>
          <p:nvPr/>
        </p:nvGrpSpPr>
        <p:grpSpPr>
          <a:xfrm>
            <a:off x="6609089" y="1870472"/>
            <a:ext cx="5181599" cy="3117055"/>
            <a:chOff x="10869444" y="244560"/>
            <a:chExt cx="297743" cy="17911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9F8709F-5B43-4B00-146E-C79035C9DB8C}"/>
                </a:ext>
              </a:extLst>
            </p:cNvPr>
            <p:cNvSpPr/>
            <p:nvPr/>
          </p:nvSpPr>
          <p:spPr>
            <a:xfrm>
              <a:off x="10869444" y="244560"/>
              <a:ext cx="222537" cy="179111"/>
            </a:xfrm>
            <a:prstGeom prst="roundRect">
              <a:avLst/>
            </a:prstGeom>
            <a:noFill/>
            <a:ln w="2159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lowchart: Manual Operation 5">
              <a:extLst>
                <a:ext uri="{FF2B5EF4-FFF2-40B4-BE49-F238E27FC236}">
                  <a16:creationId xmlns:a16="http://schemas.microsoft.com/office/drawing/2014/main" id="{8626BC78-0C75-A4C7-672A-B37AC9DF0676}"/>
                </a:ext>
              </a:extLst>
            </p:cNvPr>
            <p:cNvSpPr/>
            <p:nvPr/>
          </p:nvSpPr>
          <p:spPr>
            <a:xfrm rot="5400000">
              <a:off x="11055908" y="301452"/>
              <a:ext cx="147351" cy="75206"/>
            </a:xfrm>
            <a:prstGeom prst="flowChartManualOperation">
              <a:avLst/>
            </a:prstGeom>
            <a:noFill/>
            <a:ln w="2159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112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C2C3A-8BF0-62C4-91D6-106DAACE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BCAE74-EA65-EA90-B628-7ACB7BA802CE}"/>
              </a:ext>
            </a:extLst>
          </p:cNvPr>
          <p:cNvSpPr/>
          <p:nvPr/>
        </p:nvSpPr>
        <p:spPr>
          <a:xfrm>
            <a:off x="-1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310271-408F-7EBC-1F05-679A1118C58F}"/>
              </a:ext>
            </a:extLst>
          </p:cNvPr>
          <p:cNvSpPr/>
          <p:nvPr/>
        </p:nvSpPr>
        <p:spPr>
          <a:xfrm>
            <a:off x="6169479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231284-E9A5-E5AA-3908-D3F8565D871D}"/>
              </a:ext>
            </a:extLst>
          </p:cNvPr>
          <p:cNvSpPr/>
          <p:nvPr/>
        </p:nvSpPr>
        <p:spPr>
          <a:xfrm>
            <a:off x="8997043" y="3245304"/>
            <a:ext cx="367391" cy="3673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1300" b="1" dirty="0">
                <a:solidFill>
                  <a:schemeClr val="bg1"/>
                </a:solidFill>
              </a:rPr>
              <a:t>!</a:t>
            </a:r>
          </a:p>
        </p:txBody>
      </p:sp>
      <p:pic>
        <p:nvPicPr>
          <p:cNvPr id="7" name="Graphic 6" descr="Magnifying glass with solid fill">
            <a:extLst>
              <a:ext uri="{FF2B5EF4-FFF2-40B4-BE49-F238E27FC236}">
                <a16:creationId xmlns:a16="http://schemas.microsoft.com/office/drawing/2014/main" id="{82CB9584-DBD5-4BE0-092E-77EFC84FA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59" y="1066799"/>
            <a:ext cx="47244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46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A028A-AFF2-7FCF-A30B-8B0581F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D11E38-4682-3A32-CE13-CE2A77270646}"/>
              </a:ext>
            </a:extLst>
          </p:cNvPr>
          <p:cNvSpPr/>
          <p:nvPr/>
        </p:nvSpPr>
        <p:spPr>
          <a:xfrm>
            <a:off x="-1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CC7F4E-F78D-F711-4329-5438B306491A}"/>
              </a:ext>
            </a:extLst>
          </p:cNvPr>
          <p:cNvSpPr/>
          <p:nvPr/>
        </p:nvSpPr>
        <p:spPr>
          <a:xfrm>
            <a:off x="6169479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53F436-829C-BAB8-C376-A1C48D51DEAE}"/>
              </a:ext>
            </a:extLst>
          </p:cNvPr>
          <p:cNvSpPr/>
          <p:nvPr/>
        </p:nvSpPr>
        <p:spPr>
          <a:xfrm>
            <a:off x="8997043" y="3245304"/>
            <a:ext cx="367391" cy="3673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1300" b="1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7" name="Graphic 6" descr="Magnifying glass with solid fill">
            <a:extLst>
              <a:ext uri="{FF2B5EF4-FFF2-40B4-BE49-F238E27FC236}">
                <a16:creationId xmlns:a16="http://schemas.microsoft.com/office/drawing/2014/main" id="{89ED6572-A4FA-360C-0201-70B7425FA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59" y="1066800"/>
            <a:ext cx="47244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48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104C0-2487-2CB5-7122-44DD7980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DDF670-5E56-0743-F3C4-68BEB7C755BF}"/>
              </a:ext>
            </a:extLst>
          </p:cNvPr>
          <p:cNvSpPr/>
          <p:nvPr/>
        </p:nvSpPr>
        <p:spPr>
          <a:xfrm>
            <a:off x="-1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25CA7-EC6F-A93A-E6A8-1081448081B3}"/>
              </a:ext>
            </a:extLst>
          </p:cNvPr>
          <p:cNvSpPr/>
          <p:nvPr/>
        </p:nvSpPr>
        <p:spPr>
          <a:xfrm>
            <a:off x="6169479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Radio microphone with solid fill">
            <a:extLst>
              <a:ext uri="{FF2B5EF4-FFF2-40B4-BE49-F238E27FC236}">
                <a16:creationId xmlns:a16="http://schemas.microsoft.com/office/drawing/2014/main" id="{B1270455-62E6-C723-6840-7383F9B17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939" y="1514680"/>
            <a:ext cx="3828639" cy="3828639"/>
          </a:xfrm>
          <a:prstGeom prst="rect">
            <a:avLst/>
          </a:prstGeom>
        </p:spPr>
      </p:pic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B702CE65-A1DD-5613-9805-255F89CF7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227" y="1233488"/>
            <a:ext cx="4391024" cy="439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82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79816-FD79-5A80-E4F6-7A081DEB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E93C96-5F0D-A77C-6E27-4A4F7E920E31}"/>
              </a:ext>
            </a:extLst>
          </p:cNvPr>
          <p:cNvSpPr/>
          <p:nvPr/>
        </p:nvSpPr>
        <p:spPr>
          <a:xfrm>
            <a:off x="3008539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35EE8772-4EDA-72E5-561D-2AD631ACB0C8}"/>
              </a:ext>
            </a:extLst>
          </p:cNvPr>
          <p:cNvSpPr/>
          <p:nvPr/>
        </p:nvSpPr>
        <p:spPr>
          <a:xfrm>
            <a:off x="3340893" y="750093"/>
            <a:ext cx="5357813" cy="5357813"/>
          </a:xfrm>
          <a:prstGeom prst="mathPlus">
            <a:avLst>
              <a:gd name="adj1" fmla="val 188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58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35CEC-4E79-A305-60DE-064C108D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F215F2-8361-FE19-BD44-748B58EC446B}"/>
              </a:ext>
            </a:extLst>
          </p:cNvPr>
          <p:cNvSpPr/>
          <p:nvPr/>
        </p:nvSpPr>
        <p:spPr>
          <a:xfrm>
            <a:off x="-1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E27084-8D64-8DE6-A2DE-F02670260DA8}"/>
              </a:ext>
            </a:extLst>
          </p:cNvPr>
          <p:cNvSpPr/>
          <p:nvPr/>
        </p:nvSpPr>
        <p:spPr>
          <a:xfrm>
            <a:off x="6169479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Radio microphone with solid fill">
            <a:extLst>
              <a:ext uri="{FF2B5EF4-FFF2-40B4-BE49-F238E27FC236}">
                <a16:creationId xmlns:a16="http://schemas.microsoft.com/office/drawing/2014/main" id="{F4D9EAA7-4863-932F-7B22-1865794E4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939" y="1514680"/>
            <a:ext cx="3828639" cy="3828639"/>
          </a:xfrm>
          <a:prstGeom prst="rect">
            <a:avLst/>
          </a:prstGeom>
        </p:spPr>
      </p:pic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A22A8FDE-17D5-F7FA-8ADD-C13EF56591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227" y="1233488"/>
            <a:ext cx="4391024" cy="439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6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FFBF9-23A1-5936-D0EB-91C0A3D8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F542FF-0405-D9F7-5F4B-A2F5E190C2F7}"/>
              </a:ext>
            </a:extLst>
          </p:cNvPr>
          <p:cNvSpPr/>
          <p:nvPr/>
        </p:nvSpPr>
        <p:spPr>
          <a:xfrm>
            <a:off x="3008538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F79E50D8-CAEF-0C5B-BA75-7E11148096E4}"/>
              </a:ext>
            </a:extLst>
          </p:cNvPr>
          <p:cNvSpPr/>
          <p:nvPr/>
        </p:nvSpPr>
        <p:spPr>
          <a:xfrm>
            <a:off x="3340893" y="750093"/>
            <a:ext cx="5357813" cy="5357813"/>
          </a:xfrm>
          <a:prstGeom prst="mathPlus">
            <a:avLst>
              <a:gd name="adj1" fmla="val 1889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99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8B78E-4E56-9E6E-CDBE-38C8226D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B6090A-BDC8-5913-CC8C-EE012AC83B7B}"/>
              </a:ext>
            </a:extLst>
          </p:cNvPr>
          <p:cNvSpPr/>
          <p:nvPr/>
        </p:nvSpPr>
        <p:spPr>
          <a:xfrm>
            <a:off x="3008538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Pencil with solid fill">
            <a:extLst>
              <a:ext uri="{FF2B5EF4-FFF2-40B4-BE49-F238E27FC236}">
                <a16:creationId xmlns:a16="http://schemas.microsoft.com/office/drawing/2014/main" id="{B11EE08B-0D7C-944D-BDC0-B878B706C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538" y="417740"/>
            <a:ext cx="6022524" cy="602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59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8BC41-2267-AB77-1763-380B7E85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F95B33-78CA-0A4C-AE62-5D0CB0AF4F8C}"/>
              </a:ext>
            </a:extLst>
          </p:cNvPr>
          <p:cNvSpPr/>
          <p:nvPr/>
        </p:nvSpPr>
        <p:spPr>
          <a:xfrm>
            <a:off x="3008538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Pencil with solid fill">
            <a:extLst>
              <a:ext uri="{FF2B5EF4-FFF2-40B4-BE49-F238E27FC236}">
                <a16:creationId xmlns:a16="http://schemas.microsoft.com/office/drawing/2014/main" id="{6A42A102-003B-CF0C-88E6-E5A18B4D2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540" y="417742"/>
            <a:ext cx="6022520" cy="602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4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4ED11-A101-F121-6273-B544799C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868534-FE0E-B61C-C41E-25842B8614AA}"/>
              </a:ext>
            </a:extLst>
          </p:cNvPr>
          <p:cNvSpPr/>
          <p:nvPr/>
        </p:nvSpPr>
        <p:spPr>
          <a:xfrm>
            <a:off x="3008538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Ringer with solid fill">
            <a:extLst>
              <a:ext uri="{FF2B5EF4-FFF2-40B4-BE49-F238E27FC236}">
                <a16:creationId xmlns:a16="http://schemas.microsoft.com/office/drawing/2014/main" id="{EA70C740-577D-E851-924C-11B484B3B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1721" y="-219078"/>
            <a:ext cx="7296154" cy="729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69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70306-F07D-089E-0EE7-A89F6FB3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F998C-CE20-3DB0-9B17-EA4041917BF8}"/>
              </a:ext>
            </a:extLst>
          </p:cNvPr>
          <p:cNvSpPr/>
          <p:nvPr/>
        </p:nvSpPr>
        <p:spPr>
          <a:xfrm>
            <a:off x="3008538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Ringer with solid fill">
            <a:extLst>
              <a:ext uri="{FF2B5EF4-FFF2-40B4-BE49-F238E27FC236}">
                <a16:creationId xmlns:a16="http://schemas.microsoft.com/office/drawing/2014/main" id="{AA705277-0756-7644-4230-FEB46051D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1721" y="-219078"/>
            <a:ext cx="7296154" cy="729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27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4E9BA-C774-8A55-79E1-C2E0C29D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C00708-FB4C-7976-E58C-9BC82177BDE7}"/>
              </a:ext>
            </a:extLst>
          </p:cNvPr>
          <p:cNvSpPr/>
          <p:nvPr/>
        </p:nvSpPr>
        <p:spPr>
          <a:xfrm>
            <a:off x="3008538" y="417739"/>
            <a:ext cx="6022521" cy="6022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Pin with solid fill">
            <a:extLst>
              <a:ext uri="{FF2B5EF4-FFF2-40B4-BE49-F238E27FC236}">
                <a16:creationId xmlns:a16="http://schemas.microsoft.com/office/drawing/2014/main" id="{08C56D37-B619-5D91-62C3-99A69C0CB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7475" y="66675"/>
            <a:ext cx="672465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28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FD15E-643B-A246-D8DB-7D142EF4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EA47F0-7302-0987-7B48-3F230B994603}"/>
              </a:ext>
            </a:extLst>
          </p:cNvPr>
          <p:cNvSpPr/>
          <p:nvPr/>
        </p:nvSpPr>
        <p:spPr>
          <a:xfrm>
            <a:off x="3008538" y="417739"/>
            <a:ext cx="6022521" cy="60225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Pin with solid fill">
            <a:extLst>
              <a:ext uri="{FF2B5EF4-FFF2-40B4-BE49-F238E27FC236}">
                <a16:creationId xmlns:a16="http://schemas.microsoft.com/office/drawing/2014/main" id="{10752F50-F036-8F6B-0991-937E0E422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7475" y="66675"/>
            <a:ext cx="672465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08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4873B-B620-893F-DD10-2E680F7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0F1C94-BDB4-E58B-1220-4D135BB65B5E}"/>
              </a:ext>
            </a:extLst>
          </p:cNvPr>
          <p:cNvSpPr/>
          <p:nvPr/>
        </p:nvSpPr>
        <p:spPr>
          <a:xfrm>
            <a:off x="2581272" y="-9527"/>
            <a:ext cx="6877054" cy="6877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9C121-4FF1-B865-60C1-66925E5B0539}"/>
              </a:ext>
            </a:extLst>
          </p:cNvPr>
          <p:cNvGrpSpPr/>
          <p:nvPr/>
        </p:nvGrpSpPr>
        <p:grpSpPr>
          <a:xfrm>
            <a:off x="2581272" y="482177"/>
            <a:ext cx="6877056" cy="6877056"/>
            <a:chOff x="3008538" y="909443"/>
            <a:chExt cx="6022524" cy="6022524"/>
          </a:xfrm>
        </p:grpSpPr>
        <p:pic>
          <p:nvPicPr>
            <p:cNvPr id="3" name="Graphic 2" descr="Users with solid fill">
              <a:extLst>
                <a:ext uri="{FF2B5EF4-FFF2-40B4-BE49-F238E27FC236}">
                  <a16:creationId xmlns:a16="http://schemas.microsoft.com/office/drawing/2014/main" id="{89A18B3D-6812-78DB-EB72-E36BE187D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08538" y="909443"/>
              <a:ext cx="6022524" cy="6022524"/>
            </a:xfrm>
            <a:prstGeom prst="rect">
              <a:avLst/>
            </a:prstGeom>
          </p:spPr>
        </p:pic>
        <p:sp>
          <p:nvSpPr>
            <p:cNvPr id="5" name="Plus Sign 4">
              <a:extLst>
                <a:ext uri="{FF2B5EF4-FFF2-40B4-BE49-F238E27FC236}">
                  <a16:creationId xmlns:a16="http://schemas.microsoft.com/office/drawing/2014/main" id="{AD344F95-46EE-38AC-3489-D04E40B068B8}"/>
                </a:ext>
              </a:extLst>
            </p:cNvPr>
            <p:cNvSpPr/>
            <p:nvPr/>
          </p:nvSpPr>
          <p:spPr>
            <a:xfrm>
              <a:off x="5753820" y="1109933"/>
              <a:ext cx="1791416" cy="1791416"/>
            </a:xfrm>
            <a:prstGeom prst="mathPlus">
              <a:avLst>
                <a:gd name="adj1" fmla="val 18898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9948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FAD32-7236-7703-B8C9-98320E3A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7DA5AD-A1D1-2569-D745-55B2CF9F3CAA}"/>
              </a:ext>
            </a:extLst>
          </p:cNvPr>
          <p:cNvSpPr/>
          <p:nvPr/>
        </p:nvSpPr>
        <p:spPr>
          <a:xfrm>
            <a:off x="2571747" y="-19052"/>
            <a:ext cx="6896104" cy="68961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F2467A-5DBB-4048-844A-4486D50BCFB3}"/>
              </a:ext>
            </a:extLst>
          </p:cNvPr>
          <p:cNvGrpSpPr/>
          <p:nvPr/>
        </p:nvGrpSpPr>
        <p:grpSpPr>
          <a:xfrm>
            <a:off x="2571747" y="472652"/>
            <a:ext cx="6896106" cy="6896106"/>
            <a:chOff x="3008538" y="909443"/>
            <a:chExt cx="6022524" cy="6022524"/>
          </a:xfrm>
          <a:solidFill>
            <a:schemeClr val="bg1"/>
          </a:solidFill>
        </p:grpSpPr>
        <p:pic>
          <p:nvPicPr>
            <p:cNvPr id="5" name="Graphic 4" descr="Users with solid fill">
              <a:extLst>
                <a:ext uri="{FF2B5EF4-FFF2-40B4-BE49-F238E27FC236}">
                  <a16:creationId xmlns:a16="http://schemas.microsoft.com/office/drawing/2014/main" id="{AD568203-7B09-9B49-BD60-2B68F541D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08538" y="909443"/>
              <a:ext cx="6022524" cy="6022524"/>
            </a:xfrm>
            <a:prstGeom prst="rect">
              <a:avLst/>
            </a:prstGeom>
          </p:spPr>
        </p:pic>
        <p:sp>
          <p:nvSpPr>
            <p:cNvPr id="6" name="Plus Sign 5">
              <a:extLst>
                <a:ext uri="{FF2B5EF4-FFF2-40B4-BE49-F238E27FC236}">
                  <a16:creationId xmlns:a16="http://schemas.microsoft.com/office/drawing/2014/main" id="{21DE4AEF-D176-CEAE-0755-6A8F6CFF658C}"/>
                </a:ext>
              </a:extLst>
            </p:cNvPr>
            <p:cNvSpPr/>
            <p:nvPr/>
          </p:nvSpPr>
          <p:spPr>
            <a:xfrm>
              <a:off x="5753820" y="1109933"/>
              <a:ext cx="1791416" cy="1791416"/>
            </a:xfrm>
            <a:prstGeom prst="mathPlus">
              <a:avLst>
                <a:gd name="adj1" fmla="val 1889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2013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F4EF1-56D9-7DC9-A8C0-29F5783BC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315EC6-603F-D5CB-B670-03722BA2530A}"/>
              </a:ext>
            </a:extLst>
          </p:cNvPr>
          <p:cNvSpPr/>
          <p:nvPr/>
        </p:nvSpPr>
        <p:spPr>
          <a:xfrm>
            <a:off x="2590798" y="-1"/>
            <a:ext cx="6858002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7613C2-58C1-6699-C159-5A2FEADAC172}"/>
              </a:ext>
            </a:extLst>
          </p:cNvPr>
          <p:cNvGrpSpPr/>
          <p:nvPr/>
        </p:nvGrpSpPr>
        <p:grpSpPr>
          <a:xfrm>
            <a:off x="2820133" y="229328"/>
            <a:ext cx="6399346" cy="6399346"/>
            <a:chOff x="11520563" y="1772549"/>
            <a:chExt cx="291990" cy="29199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783031FC-04B4-6111-B125-CB1301C22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32684" y="1821443"/>
              <a:ext cx="228593" cy="228593"/>
            </a:xfrm>
            <a:prstGeom prst="rect">
              <a:avLst/>
            </a:prstGeom>
          </p:spPr>
        </p:pic>
        <p:pic>
          <p:nvPicPr>
            <p:cNvPr id="8" name="Graphic 7" descr="Clock with solid fill">
              <a:extLst>
                <a:ext uri="{FF2B5EF4-FFF2-40B4-BE49-F238E27FC236}">
                  <a16:creationId xmlns:a16="http://schemas.microsoft.com/office/drawing/2014/main" id="{0848F523-7126-B4E9-DE49-457443B90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607514" y="1774307"/>
              <a:ext cx="194895" cy="194895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7D0D45-8F93-19C5-2BF6-1A655C599E74}"/>
                </a:ext>
              </a:extLst>
            </p:cNvPr>
            <p:cNvSpPr/>
            <p:nvPr/>
          </p:nvSpPr>
          <p:spPr>
            <a:xfrm>
              <a:off x="11520563" y="1772549"/>
              <a:ext cx="291990" cy="291990"/>
            </a:xfrm>
            <a:prstGeom prst="ellipse">
              <a:avLst/>
            </a:prstGeom>
            <a:noFill/>
            <a:ln w="25400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62587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69013-B873-9C55-084B-B8BF1C04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9470F7-58CB-1BD9-2935-DB46118D6907}"/>
              </a:ext>
            </a:extLst>
          </p:cNvPr>
          <p:cNvSpPr/>
          <p:nvPr/>
        </p:nvSpPr>
        <p:spPr>
          <a:xfrm>
            <a:off x="2590797" y="-2"/>
            <a:ext cx="6858004" cy="68580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6CF234-1916-01F0-758E-0C41D7C6F954}"/>
              </a:ext>
            </a:extLst>
          </p:cNvPr>
          <p:cNvGrpSpPr/>
          <p:nvPr/>
        </p:nvGrpSpPr>
        <p:grpSpPr>
          <a:xfrm>
            <a:off x="2820132" y="229327"/>
            <a:ext cx="6399348" cy="6399348"/>
            <a:chOff x="11520563" y="1772549"/>
            <a:chExt cx="291990" cy="291990"/>
          </a:xfrm>
          <a:solidFill>
            <a:schemeClr val="bg1"/>
          </a:solidFill>
        </p:grpSpPr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EE47F245-D22E-7F91-BC05-08FB644DB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32684" y="1821443"/>
              <a:ext cx="228593" cy="228593"/>
            </a:xfrm>
            <a:prstGeom prst="rect">
              <a:avLst/>
            </a:prstGeom>
          </p:spPr>
        </p:pic>
        <p:pic>
          <p:nvPicPr>
            <p:cNvPr id="12" name="Graphic 11" descr="Clock with solid fill">
              <a:extLst>
                <a:ext uri="{FF2B5EF4-FFF2-40B4-BE49-F238E27FC236}">
                  <a16:creationId xmlns:a16="http://schemas.microsoft.com/office/drawing/2014/main" id="{7CC0DF19-17C4-9842-2426-49E721D2E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607514" y="1774307"/>
              <a:ext cx="194895" cy="194895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86DD030-99B9-198C-4320-A26E8D68C2CE}"/>
                </a:ext>
              </a:extLst>
            </p:cNvPr>
            <p:cNvSpPr/>
            <p:nvPr/>
          </p:nvSpPr>
          <p:spPr>
            <a:xfrm>
              <a:off x="11520563" y="1772549"/>
              <a:ext cx="291990" cy="291990"/>
            </a:xfrm>
            <a:prstGeom prst="ellipse">
              <a:avLst/>
            </a:prstGeom>
            <a:noFill/>
            <a:ln w="2540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151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3B697-8C3F-91E2-8D00-6C35DAF4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E144AD-228D-2902-DD1E-D4E69923C7B0}"/>
              </a:ext>
            </a:extLst>
          </p:cNvPr>
          <p:cNvSpPr/>
          <p:nvPr/>
        </p:nvSpPr>
        <p:spPr>
          <a:xfrm>
            <a:off x="2590798" y="-1"/>
            <a:ext cx="6858002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2A8838-2B33-FE88-DD98-BB2EFE98EBD0}"/>
              </a:ext>
            </a:extLst>
          </p:cNvPr>
          <p:cNvGrpSpPr/>
          <p:nvPr/>
        </p:nvGrpSpPr>
        <p:grpSpPr>
          <a:xfrm rot="18900000">
            <a:off x="2447124" y="1173271"/>
            <a:ext cx="4511461" cy="4511461"/>
            <a:chOff x="2876891" y="993227"/>
            <a:chExt cx="4511461" cy="4511461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4C22793B-4C6F-6918-2C0A-E4E1687A740A}"/>
                </a:ext>
              </a:extLst>
            </p:cNvPr>
            <p:cNvSpPr/>
            <p:nvPr/>
          </p:nvSpPr>
          <p:spPr>
            <a:xfrm>
              <a:off x="6694511" y="993227"/>
              <a:ext cx="693841" cy="4511461"/>
            </a:xfrm>
            <a:prstGeom prst="round2SameRect">
              <a:avLst>
                <a:gd name="adj1" fmla="val 45481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0C8F79B0-8E79-7C06-5BD9-6CD9C2503C23}"/>
                </a:ext>
              </a:extLst>
            </p:cNvPr>
            <p:cNvSpPr/>
            <p:nvPr/>
          </p:nvSpPr>
          <p:spPr>
            <a:xfrm rot="16200000">
              <a:off x="4785701" y="2902037"/>
              <a:ext cx="693841" cy="4511461"/>
            </a:xfrm>
            <a:prstGeom prst="round2SameRect">
              <a:avLst>
                <a:gd name="adj1" fmla="val 45481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382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B3383-DBA7-19CF-ED55-6B62E1F3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0B79F6-ABA3-268C-C16A-3E14EDF6A999}"/>
              </a:ext>
            </a:extLst>
          </p:cNvPr>
          <p:cNvSpPr/>
          <p:nvPr/>
        </p:nvSpPr>
        <p:spPr>
          <a:xfrm>
            <a:off x="2590797" y="-128016"/>
            <a:ext cx="6858004" cy="71048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9DA941-C381-2C44-0842-C24857A9C632}"/>
              </a:ext>
            </a:extLst>
          </p:cNvPr>
          <p:cNvGrpSpPr/>
          <p:nvPr/>
        </p:nvGrpSpPr>
        <p:grpSpPr>
          <a:xfrm rot="18900000">
            <a:off x="2447124" y="1173271"/>
            <a:ext cx="4511461" cy="4511461"/>
            <a:chOff x="2876891" y="993227"/>
            <a:chExt cx="4511461" cy="4511461"/>
          </a:xfrm>
          <a:solidFill>
            <a:schemeClr val="bg1"/>
          </a:solidFill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450CE264-CD7F-6D1B-97B3-3F169516323E}"/>
                </a:ext>
              </a:extLst>
            </p:cNvPr>
            <p:cNvSpPr/>
            <p:nvPr/>
          </p:nvSpPr>
          <p:spPr>
            <a:xfrm>
              <a:off x="6694511" y="993227"/>
              <a:ext cx="693841" cy="4511461"/>
            </a:xfrm>
            <a:prstGeom prst="round2SameRect">
              <a:avLst>
                <a:gd name="adj1" fmla="val 45481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102966AD-9991-39FE-80A4-49B91F129D0B}"/>
                </a:ext>
              </a:extLst>
            </p:cNvPr>
            <p:cNvSpPr/>
            <p:nvPr/>
          </p:nvSpPr>
          <p:spPr>
            <a:xfrm rot="16200000">
              <a:off x="4785701" y="2902037"/>
              <a:ext cx="693841" cy="4511461"/>
            </a:xfrm>
            <a:prstGeom prst="round2SameRect">
              <a:avLst>
                <a:gd name="adj1" fmla="val 45481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2622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0AA85-140B-2775-F6FC-A2DEB1F5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602A12-D2D6-836E-E9F2-79CE535A9637}"/>
              </a:ext>
            </a:extLst>
          </p:cNvPr>
          <p:cNvSpPr/>
          <p:nvPr/>
        </p:nvSpPr>
        <p:spPr>
          <a:xfrm>
            <a:off x="2590798" y="-1"/>
            <a:ext cx="6858002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Box with solid fill">
            <a:extLst>
              <a:ext uri="{FF2B5EF4-FFF2-40B4-BE49-F238E27FC236}">
                <a16:creationId xmlns:a16="http://schemas.microsoft.com/office/drawing/2014/main" id="{BF4527A3-E0B1-95C5-529C-6F7CF69EE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3214" y="-517585"/>
            <a:ext cx="7893170" cy="789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10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2C1D0-9285-640C-B6F2-D0DD0EEFF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D490AA-D825-4B23-3AB2-479189359F21}"/>
              </a:ext>
            </a:extLst>
          </p:cNvPr>
          <p:cNvSpPr/>
          <p:nvPr/>
        </p:nvSpPr>
        <p:spPr>
          <a:xfrm>
            <a:off x="2590797" y="-128016"/>
            <a:ext cx="6858004" cy="71048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Box with solid fill">
            <a:extLst>
              <a:ext uri="{FF2B5EF4-FFF2-40B4-BE49-F238E27FC236}">
                <a16:creationId xmlns:a16="http://schemas.microsoft.com/office/drawing/2014/main" id="{B0D86544-D2FA-4B33-AE3D-DD4542955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3214" y="-517585"/>
            <a:ext cx="7893170" cy="789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56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31519-5EA2-7AC7-3929-2DF2F701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BED876-EB97-A47E-AD9F-47E3E303C701}"/>
              </a:ext>
            </a:extLst>
          </p:cNvPr>
          <p:cNvSpPr/>
          <p:nvPr/>
        </p:nvSpPr>
        <p:spPr>
          <a:xfrm>
            <a:off x="2590799" y="-2"/>
            <a:ext cx="6858002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Garbage with solid fill">
            <a:extLst>
              <a:ext uri="{FF2B5EF4-FFF2-40B4-BE49-F238E27FC236}">
                <a16:creationId xmlns:a16="http://schemas.microsoft.com/office/drawing/2014/main" id="{F5AFA3EE-3585-F066-F2CF-538DCD8E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199" y="-1"/>
            <a:ext cx="6380673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319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F5E8F-C23B-4ADA-7932-923AF59E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90B631-5890-4611-D691-60F073C4158F}"/>
              </a:ext>
            </a:extLst>
          </p:cNvPr>
          <p:cNvSpPr/>
          <p:nvPr/>
        </p:nvSpPr>
        <p:spPr>
          <a:xfrm>
            <a:off x="2590797" y="-128016"/>
            <a:ext cx="6858004" cy="71048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Box with solid fill">
            <a:extLst>
              <a:ext uri="{FF2B5EF4-FFF2-40B4-BE49-F238E27FC236}">
                <a16:creationId xmlns:a16="http://schemas.microsoft.com/office/drawing/2014/main" id="{2C12BDBD-D52C-44C0-D6C1-D22746334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3214" y="-517585"/>
            <a:ext cx="7893170" cy="789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11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9083F-1988-814B-FC13-6A8EA40E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BB960F-8760-AA7D-2713-4A058C51B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27" y="0"/>
            <a:ext cx="11394946" cy="6858000"/>
          </a:xfrm>
          <a:prstGeom prst="rect">
            <a:avLst/>
          </a:prstGeom>
        </p:spPr>
      </p:pic>
      <p:pic>
        <p:nvPicPr>
          <p:cNvPr id="8" name="Picture 7" descr="A cat on a white surface&#10;&#10;AI-generated content may be incorrect.">
            <a:extLst>
              <a:ext uri="{FF2B5EF4-FFF2-40B4-BE49-F238E27FC236}">
                <a16:creationId xmlns:a16="http://schemas.microsoft.com/office/drawing/2014/main" id="{F82CB427-8D82-92D8-93C7-33E2B19A4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3" b="3922"/>
          <a:stretch/>
        </p:blipFill>
        <p:spPr>
          <a:xfrm>
            <a:off x="342156" y="0"/>
            <a:ext cx="11451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382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AD7980-8BDA-AD5F-7DD0-62032C8DB284}"/>
              </a:ext>
            </a:extLst>
          </p:cNvPr>
          <p:cNvSpPr/>
          <p:nvPr/>
        </p:nvSpPr>
        <p:spPr>
          <a:xfrm>
            <a:off x="2590797" y="-128016"/>
            <a:ext cx="6858004" cy="71048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Eye with solid fill">
            <a:extLst>
              <a:ext uri="{FF2B5EF4-FFF2-40B4-BE49-F238E27FC236}">
                <a16:creationId xmlns:a16="http://schemas.microsoft.com/office/drawing/2014/main" id="{0D01DA84-9C51-E905-A6F4-6ACB51F9B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0250" y="-590550"/>
            <a:ext cx="8039100" cy="8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34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A053-BC59-3B33-9608-CE417144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C5D8B2-EA91-6C00-4B8D-C750F54048D7}"/>
              </a:ext>
            </a:extLst>
          </p:cNvPr>
          <p:cNvSpPr/>
          <p:nvPr/>
        </p:nvSpPr>
        <p:spPr>
          <a:xfrm>
            <a:off x="2590797" y="-128016"/>
            <a:ext cx="6858004" cy="71048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Eye with solid fill">
            <a:extLst>
              <a:ext uri="{FF2B5EF4-FFF2-40B4-BE49-F238E27FC236}">
                <a16:creationId xmlns:a16="http://schemas.microsoft.com/office/drawing/2014/main" id="{6085B181-5279-4279-ACCE-30433587B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0250" y="-590550"/>
            <a:ext cx="8039100" cy="80391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DF8F87-B025-E9F9-1859-9BB5E6523B07}"/>
              </a:ext>
            </a:extLst>
          </p:cNvPr>
          <p:cNvSpPr/>
          <p:nvPr/>
        </p:nvSpPr>
        <p:spPr>
          <a:xfrm rot="19800000">
            <a:off x="2315758" y="3178020"/>
            <a:ext cx="7408084" cy="50195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56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C910-C17D-0BA7-4C2E-A166ED32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Eye with solid fill">
            <a:extLst>
              <a:ext uri="{FF2B5EF4-FFF2-40B4-BE49-F238E27FC236}">
                <a16:creationId xmlns:a16="http://schemas.microsoft.com/office/drawing/2014/main" id="{D358D54B-DC93-A0A4-82F7-4A7052A5F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218" y="-1468582"/>
            <a:ext cx="9795164" cy="979516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F7692B-8805-C89F-1E8C-72A50C66619B}"/>
              </a:ext>
            </a:extLst>
          </p:cNvPr>
          <p:cNvSpPr/>
          <p:nvPr/>
        </p:nvSpPr>
        <p:spPr>
          <a:xfrm rot="19800000">
            <a:off x="1873569" y="3178020"/>
            <a:ext cx="8292462" cy="50195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59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CF5F-15A6-AB7A-D087-F5FC5E0A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9AA0E37-C27E-0EBA-3B0D-21021C2AC8E9}"/>
              </a:ext>
            </a:extLst>
          </p:cNvPr>
          <p:cNvSpPr/>
          <p:nvPr/>
        </p:nvSpPr>
        <p:spPr>
          <a:xfrm>
            <a:off x="2565396" y="-25402"/>
            <a:ext cx="6908804" cy="690880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D26E13-59B1-1AE3-4010-BC1BFD4D78EB}"/>
              </a:ext>
            </a:extLst>
          </p:cNvPr>
          <p:cNvSpPr/>
          <p:nvPr/>
        </p:nvSpPr>
        <p:spPr>
          <a:xfrm>
            <a:off x="3229668" y="1114425"/>
            <a:ext cx="5595155" cy="4786043"/>
          </a:xfrm>
          <a:prstGeom prst="roundRect">
            <a:avLst>
              <a:gd name="adj" fmla="val 8395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19F844-EE87-99AA-7E6C-441F26D7D94B}"/>
              </a:ext>
            </a:extLst>
          </p:cNvPr>
          <p:cNvSpPr/>
          <p:nvPr/>
        </p:nvSpPr>
        <p:spPr>
          <a:xfrm>
            <a:off x="3292928" y="1363281"/>
            <a:ext cx="5453743" cy="4474028"/>
          </a:xfrm>
          <a:prstGeom prst="roundRect">
            <a:avLst>
              <a:gd name="adj" fmla="val 83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315C2E-E327-FA21-67B3-38CC39279195}"/>
              </a:ext>
            </a:extLst>
          </p:cNvPr>
          <p:cNvSpPr/>
          <p:nvPr/>
        </p:nvSpPr>
        <p:spPr>
          <a:xfrm>
            <a:off x="3292928" y="1191986"/>
            <a:ext cx="5453743" cy="4474028"/>
          </a:xfrm>
          <a:prstGeom prst="roundRect">
            <a:avLst>
              <a:gd name="adj" fmla="val 839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1FF70CCA-95D1-11CD-58CC-12406452AE9E}"/>
              </a:ext>
            </a:extLst>
          </p:cNvPr>
          <p:cNvSpPr/>
          <p:nvPr/>
        </p:nvSpPr>
        <p:spPr>
          <a:xfrm>
            <a:off x="3292927" y="1191986"/>
            <a:ext cx="5453743" cy="947057"/>
          </a:xfrm>
          <a:prstGeom prst="round2SameRect">
            <a:avLst>
              <a:gd name="adj1" fmla="val 38793"/>
              <a:gd name="adj2" fmla="val 0"/>
            </a:avLst>
          </a:prstGeom>
          <a:solidFill>
            <a:srgbClr val="7532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A6D7A3-61F0-D186-7A13-25078E16A303}"/>
              </a:ext>
            </a:extLst>
          </p:cNvPr>
          <p:cNvSpPr/>
          <p:nvPr/>
        </p:nvSpPr>
        <p:spPr>
          <a:xfrm>
            <a:off x="4347712" y="802873"/>
            <a:ext cx="414068" cy="86264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0B0947-2EF2-1F10-D4F9-C0919FF92941}"/>
              </a:ext>
            </a:extLst>
          </p:cNvPr>
          <p:cNvSpPr/>
          <p:nvPr/>
        </p:nvSpPr>
        <p:spPr>
          <a:xfrm>
            <a:off x="7223188" y="802873"/>
            <a:ext cx="414068" cy="86264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F7AC0B-9CCC-01E0-ACED-C11067C4F52E}"/>
              </a:ext>
            </a:extLst>
          </p:cNvPr>
          <p:cNvSpPr/>
          <p:nvPr/>
        </p:nvSpPr>
        <p:spPr>
          <a:xfrm>
            <a:off x="3571335" y="2340462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6AF36E-F3A5-71FE-D18A-A774FA33EB65}"/>
              </a:ext>
            </a:extLst>
          </p:cNvPr>
          <p:cNvSpPr/>
          <p:nvPr/>
        </p:nvSpPr>
        <p:spPr>
          <a:xfrm>
            <a:off x="4593607" y="2335942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4ED3DB-3934-71A3-C7AA-5DB118E93FA0}"/>
              </a:ext>
            </a:extLst>
          </p:cNvPr>
          <p:cNvSpPr/>
          <p:nvPr/>
        </p:nvSpPr>
        <p:spPr>
          <a:xfrm>
            <a:off x="5615880" y="2335943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680374-3ED3-7BE5-6174-92F823101932}"/>
              </a:ext>
            </a:extLst>
          </p:cNvPr>
          <p:cNvSpPr/>
          <p:nvPr/>
        </p:nvSpPr>
        <p:spPr>
          <a:xfrm>
            <a:off x="6638153" y="2333684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0D13C5-9EBE-017D-F4AD-B149E96C1814}"/>
              </a:ext>
            </a:extLst>
          </p:cNvPr>
          <p:cNvSpPr/>
          <p:nvPr/>
        </p:nvSpPr>
        <p:spPr>
          <a:xfrm>
            <a:off x="7660425" y="2329164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5354A6-FB48-6468-004A-4EA7A525FCDC}"/>
              </a:ext>
            </a:extLst>
          </p:cNvPr>
          <p:cNvSpPr/>
          <p:nvPr/>
        </p:nvSpPr>
        <p:spPr>
          <a:xfrm>
            <a:off x="3571335" y="3162572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CB74E7-FDBD-00D4-A817-03510A50A54A}"/>
              </a:ext>
            </a:extLst>
          </p:cNvPr>
          <p:cNvSpPr/>
          <p:nvPr/>
        </p:nvSpPr>
        <p:spPr>
          <a:xfrm>
            <a:off x="4593607" y="3158052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E46A51-C4BD-29EB-57B2-8501E8FB88CA}"/>
              </a:ext>
            </a:extLst>
          </p:cNvPr>
          <p:cNvSpPr/>
          <p:nvPr/>
        </p:nvSpPr>
        <p:spPr>
          <a:xfrm>
            <a:off x="5615880" y="3158053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818652-DD04-E49F-228F-C0F4EEEE38DA}"/>
              </a:ext>
            </a:extLst>
          </p:cNvPr>
          <p:cNvSpPr/>
          <p:nvPr/>
        </p:nvSpPr>
        <p:spPr>
          <a:xfrm>
            <a:off x="6638153" y="3155794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F91A26-4713-846C-61C2-CCB61776A31A}"/>
              </a:ext>
            </a:extLst>
          </p:cNvPr>
          <p:cNvSpPr/>
          <p:nvPr/>
        </p:nvSpPr>
        <p:spPr>
          <a:xfrm>
            <a:off x="7660425" y="3151274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66657D-3402-1D23-028E-DBE1FAD30611}"/>
              </a:ext>
            </a:extLst>
          </p:cNvPr>
          <p:cNvSpPr/>
          <p:nvPr/>
        </p:nvSpPr>
        <p:spPr>
          <a:xfrm>
            <a:off x="3571335" y="3987859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B73DAE-D986-A27B-3F29-3CA98D12FFE0}"/>
              </a:ext>
            </a:extLst>
          </p:cNvPr>
          <p:cNvSpPr/>
          <p:nvPr/>
        </p:nvSpPr>
        <p:spPr>
          <a:xfrm>
            <a:off x="4593607" y="3983339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22F8CE5-6F22-266A-AD95-4AC586D76B17}"/>
              </a:ext>
            </a:extLst>
          </p:cNvPr>
          <p:cNvSpPr/>
          <p:nvPr/>
        </p:nvSpPr>
        <p:spPr>
          <a:xfrm>
            <a:off x="5615880" y="3983340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4C5607-6251-92D7-4A47-B5E3D6FA7888}"/>
              </a:ext>
            </a:extLst>
          </p:cNvPr>
          <p:cNvSpPr/>
          <p:nvPr/>
        </p:nvSpPr>
        <p:spPr>
          <a:xfrm>
            <a:off x="6638153" y="3981081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722340-065D-5415-50F6-7497C08546BD}"/>
              </a:ext>
            </a:extLst>
          </p:cNvPr>
          <p:cNvSpPr/>
          <p:nvPr/>
        </p:nvSpPr>
        <p:spPr>
          <a:xfrm>
            <a:off x="7660425" y="3976561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5E849B-E279-D31F-EE31-E596376CF527}"/>
              </a:ext>
            </a:extLst>
          </p:cNvPr>
          <p:cNvSpPr/>
          <p:nvPr/>
        </p:nvSpPr>
        <p:spPr>
          <a:xfrm>
            <a:off x="3571335" y="4813524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1C2868A-F8A1-E074-D6F1-0CA418D2085B}"/>
              </a:ext>
            </a:extLst>
          </p:cNvPr>
          <p:cNvSpPr/>
          <p:nvPr/>
        </p:nvSpPr>
        <p:spPr>
          <a:xfrm>
            <a:off x="4593607" y="4809004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9A97DC9-EB24-B04D-9ABD-87A721485C6E}"/>
              </a:ext>
            </a:extLst>
          </p:cNvPr>
          <p:cNvSpPr/>
          <p:nvPr/>
        </p:nvSpPr>
        <p:spPr>
          <a:xfrm>
            <a:off x="5615880" y="4809005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3E2722-8104-AF61-C019-BAD0F4264D34}"/>
              </a:ext>
            </a:extLst>
          </p:cNvPr>
          <p:cNvSpPr/>
          <p:nvPr/>
        </p:nvSpPr>
        <p:spPr>
          <a:xfrm>
            <a:off x="6638153" y="4806746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7687C4B-7413-C35F-739B-37A01C588815}"/>
              </a:ext>
            </a:extLst>
          </p:cNvPr>
          <p:cNvSpPr/>
          <p:nvPr/>
        </p:nvSpPr>
        <p:spPr>
          <a:xfrm>
            <a:off x="7660425" y="4802226"/>
            <a:ext cx="851439" cy="644037"/>
          </a:xfrm>
          <a:prstGeom prst="roundRect">
            <a:avLst>
              <a:gd name="adj" fmla="val 1886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60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7500</TotalTime>
  <Words>746</Words>
  <Application>Microsoft Office PowerPoint</Application>
  <PresentationFormat>Widescreen</PresentationFormat>
  <Paragraphs>245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Bằng Trần Văn</dc:creator>
  <cp:lastModifiedBy>Bằng Trần Văn</cp:lastModifiedBy>
  <cp:revision>15</cp:revision>
  <dcterms:created xsi:type="dcterms:W3CDTF">2025-02-26T15:14:20Z</dcterms:created>
  <dcterms:modified xsi:type="dcterms:W3CDTF">2025-04-09T22:02:59Z</dcterms:modified>
</cp:coreProperties>
</file>