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3B3"/>
    <a:srgbClr val="742092"/>
    <a:srgbClr val="C575E1"/>
    <a:srgbClr val="A832D2"/>
    <a:srgbClr val="8926AC"/>
    <a:srgbClr val="FFC973"/>
    <a:srgbClr val="C85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2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344" y="810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CD2A6-D076-4FD4-99DF-CAF2A4849DFE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2078F-EBE1-4AD1-AF93-A1014C3FD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5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2078F-EBE1-4AD1-AF93-A1014C3FD6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5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EE1E-6233-FD6E-635B-D50BA5B5F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311F8-D1EB-2EA2-DAF7-BE319A4CD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10B20-8DED-8BEB-1046-A151B83E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4E205-C2F0-2B77-B8F2-BDB6F206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055A5-A4C2-577D-D146-CDA3B7D6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7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05818-F111-00F9-E515-B014A621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99FDC-7E64-729C-A36E-D3F4BAED3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F1EE4-D2EC-0EBD-8B08-EA1771612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8C9E4-4F98-4447-0006-56801069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836E0-8FEB-DBD1-E133-9EA5FB04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93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EBE8-F675-D2C3-D856-9997EDCC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4B80A-1E34-67F3-AA50-14DA3A335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B8D9E-6EBE-3713-EBAE-3914DD045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81D78-4C74-E902-65D4-1237E300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1D38C-B5E3-0C59-10EE-CEB3D8567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49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24023-1394-109F-3BCC-ACE0A5C9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F6C03-3139-2270-7A5E-CAAEBF178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00BD8-C0D6-58B6-B313-42824DFC5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82D5-C17C-A589-D258-DA78F1D01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C8294-AA3A-2493-5D2D-5A3681CD1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A8910-026A-EEA4-81C3-AEB7CA6EE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96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42A9-2866-CD9E-0E54-BE39983EF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EB603-B390-37DD-ACB6-574E9C8E7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AB716-F092-C06F-367D-E068F4774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598C62-FBD4-5CCC-6FD6-98A53DF0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F8EE0C-9EEB-8443-0E42-6AF57DD8B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870FD-6737-EF29-05C7-7CBA7BDF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53E552-6A05-B280-629D-2B306BB7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8D87F0-07A6-2EFD-0937-A91697C0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36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4935-2464-F2BD-AF5E-F64D9240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0D070-8024-4919-685C-08F8C15C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25181-7F36-7B01-64C2-882DFCE5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462FD-6F0C-814A-A547-64E69CE9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28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A4E3A-2FDA-476E-9C82-4FD522B0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868DF2-F07E-BC53-2D47-2D52BCCA1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C5036-DF93-D84B-2903-14893649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85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D4D9-4FF6-0BB0-D541-8EC62405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C3D8E-5225-3FEF-EC49-78BF47B6D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12F22-304E-1F61-C398-5B0ED968F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0CF4E-81DB-63D4-DC44-9A5A5188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E9FCD-8041-EC33-DAEB-AC4BE24A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E28E2-7D7A-2F60-AE67-5F0747BE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29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6180-699B-5235-E931-35BD1C77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A76B0-22B4-7DD2-47AC-0107169C9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AE9BC-74F2-E836-FE68-6ACF81393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F2789-138F-F8BE-1DAB-47127B5A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323D5-B9E8-E7D2-FC84-1BFA87F4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75ED7-A2B1-6C0C-CA08-C67680C4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12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A0DA-7AC4-D851-AF90-21DA27090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DC7F3-B5FC-A807-60FC-116A7EDD3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D9256-84AE-276B-353F-0373A36D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5F126-73E8-20A3-0569-6403B474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4AE9F-6753-368F-D151-35909796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70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411A15-F09D-5D7D-DE7C-914A28246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F1785-601C-90AB-8522-EE88BAC2E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7D414-A44C-5A70-BFE7-ADD2C5DC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88358-42A2-3A72-CE72-834268BD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43753-07F3-386F-56C4-B07C5033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58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1EF8E-ADC9-5229-60D3-BAEF3866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73C88-4224-F4D0-83A8-0C09B3078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3039E-FF53-6322-BAB9-67E5DA286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3ACDE-EEFE-46FC-BB81-E7811B552E5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FC9E6-7F32-12B8-D4E1-63B7DF4D9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16695-54A8-F0D4-3B07-F4500DDDE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EB019-428C-4D2D-A444-12659728C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2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F98D2-B1D1-C003-600B-7D48A84F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58363EC-53B0-4FD6-5B2E-A073F96309DC}"/>
              </a:ext>
            </a:extLst>
          </p:cNvPr>
          <p:cNvSpPr/>
          <p:nvPr/>
        </p:nvSpPr>
        <p:spPr>
          <a:xfrm>
            <a:off x="0" y="5677969"/>
            <a:ext cx="12191999" cy="1190625"/>
          </a:xfrm>
          <a:prstGeom prst="rect">
            <a:avLst/>
          </a:prstGeom>
          <a:solidFill>
            <a:srgbClr val="FFC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FEDD9-3F88-AED4-5453-66F36DA4FBED}"/>
              </a:ext>
            </a:extLst>
          </p:cNvPr>
          <p:cNvSpPr/>
          <p:nvPr/>
        </p:nvSpPr>
        <p:spPr>
          <a:xfrm>
            <a:off x="9686925" y="0"/>
            <a:ext cx="2505075" cy="6858000"/>
          </a:xfrm>
          <a:prstGeom prst="rect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A0A82F-3ABF-EC67-3E7D-BFCF5694E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832" y="-1414533"/>
            <a:ext cx="2038635" cy="1000265"/>
          </a:xfrm>
          <a:prstGeom prst="rect">
            <a:avLst/>
          </a:prstGeom>
        </p:spPr>
      </p:pic>
      <p:pic>
        <p:nvPicPr>
          <p:cNvPr id="10" name="Picture 9" descr="A colorful logo with a black background&#10;&#10;AI-generated content may be incorrect.">
            <a:extLst>
              <a:ext uri="{FF2B5EF4-FFF2-40B4-BE49-F238E27FC236}">
                <a16:creationId xmlns:a16="http://schemas.microsoft.com/office/drawing/2014/main" id="{9E4AF3D7-E421-2162-2A3D-901242744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0" y="43579"/>
            <a:ext cx="1583247" cy="9207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13CF84-E8E0-174A-4709-39F53611113E}"/>
              </a:ext>
            </a:extLst>
          </p:cNvPr>
          <p:cNvSpPr txBox="1"/>
          <p:nvPr/>
        </p:nvSpPr>
        <p:spPr>
          <a:xfrm>
            <a:off x="596237" y="3130184"/>
            <a:ext cx="5614782" cy="1970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80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 CHAT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80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KIN-KEN</a:t>
            </a:r>
            <a:endParaRPr lang="en-US" sz="28700" kern="100" dirty="0">
              <a:solidFill>
                <a:srgbClr val="74209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F43316-71B4-53AB-6C64-303E0390EC33}"/>
              </a:ext>
            </a:extLst>
          </p:cNvPr>
          <p:cNvGrpSpPr/>
          <p:nvPr/>
        </p:nvGrpSpPr>
        <p:grpSpPr>
          <a:xfrm>
            <a:off x="0" y="5442594"/>
            <a:ext cx="3228975" cy="461665"/>
            <a:chOff x="33337" y="5638863"/>
            <a:chExt cx="3228975" cy="461665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DB23D71D-502A-7CF1-2550-41559C605F23}"/>
                </a:ext>
              </a:extLst>
            </p:cNvPr>
            <p:cNvSpPr/>
            <p:nvPr/>
          </p:nvSpPr>
          <p:spPr>
            <a:xfrm>
              <a:off x="33337" y="5649457"/>
              <a:ext cx="3228975" cy="440479"/>
            </a:xfrm>
            <a:prstGeom prst="homePlate">
              <a:avLst>
                <a:gd name="adj" fmla="val 39728"/>
              </a:avLst>
            </a:prstGeom>
            <a:solidFill>
              <a:srgbClr val="7420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EF3101-55D9-756B-75CF-356E75941410}"/>
                </a:ext>
              </a:extLst>
            </p:cNvPr>
            <p:cNvSpPr txBox="1"/>
            <p:nvPr/>
          </p:nvSpPr>
          <p:spPr>
            <a:xfrm>
              <a:off x="33337" y="5638863"/>
              <a:ext cx="2266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lang="en-US" sz="2400" kern="100" dirty="0">
                  <a:solidFill>
                    <a:schemeClr val="bg1"/>
                  </a:solidFill>
                  <a:latin typeface="Eras Bold ITC" panose="020B09070305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Present by</a:t>
              </a:r>
              <a:endParaRPr lang="en-US" sz="6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238E394-C500-E66B-3380-91A4970C4B3E}"/>
              </a:ext>
            </a:extLst>
          </p:cNvPr>
          <p:cNvSpPr txBox="1"/>
          <p:nvPr/>
        </p:nvSpPr>
        <p:spPr>
          <a:xfrm>
            <a:off x="693269" y="5937576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Trần V</a:t>
            </a: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ăn Bằng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24IT017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bangtv.24it@vku.udn.vn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B62650-C791-5A8F-CB59-04D675068279}"/>
              </a:ext>
            </a:extLst>
          </p:cNvPr>
          <p:cNvSpPr txBox="1"/>
          <p:nvPr/>
        </p:nvSpPr>
        <p:spPr>
          <a:xfrm>
            <a:off x="4054855" y="5937576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Đặng Văn Hậu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haudv.24it@vku.udn.vn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43B6C33F-CE28-74B5-BFE5-1BBEDC46B338}"/>
              </a:ext>
            </a:extLst>
          </p:cNvPr>
          <p:cNvSpPr/>
          <p:nvPr/>
        </p:nvSpPr>
        <p:spPr>
          <a:xfrm>
            <a:off x="3095921" y="5453186"/>
            <a:ext cx="342900" cy="440479"/>
          </a:xfrm>
          <a:prstGeom prst="chevron">
            <a:avLst>
              <a:gd name="adj" fmla="val 50695"/>
            </a:avLst>
          </a:prstGeom>
          <a:solidFill>
            <a:srgbClr val="8926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E0D8F4F2-B5D3-CA97-6FEC-7C1B7BC73AFB}"/>
              </a:ext>
            </a:extLst>
          </p:cNvPr>
          <p:cNvSpPr/>
          <p:nvPr/>
        </p:nvSpPr>
        <p:spPr>
          <a:xfrm>
            <a:off x="3323182" y="5453184"/>
            <a:ext cx="342900" cy="440479"/>
          </a:xfrm>
          <a:prstGeom prst="chevron">
            <a:avLst>
              <a:gd name="adj" fmla="val 50695"/>
            </a:avLst>
          </a:prstGeom>
          <a:solidFill>
            <a:srgbClr val="A83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336A8AEC-E7D5-9588-82CF-9FE5D24B1C21}"/>
              </a:ext>
            </a:extLst>
          </p:cNvPr>
          <p:cNvSpPr/>
          <p:nvPr/>
        </p:nvSpPr>
        <p:spPr>
          <a:xfrm>
            <a:off x="3569789" y="5453184"/>
            <a:ext cx="342900" cy="440479"/>
          </a:xfrm>
          <a:prstGeom prst="chevron">
            <a:avLst>
              <a:gd name="adj" fmla="val 50695"/>
            </a:avLst>
          </a:prstGeom>
          <a:solidFill>
            <a:srgbClr val="C575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10A65E-336B-BCBD-81DA-03E86C349694}"/>
              </a:ext>
            </a:extLst>
          </p:cNvPr>
          <p:cNvSpPr/>
          <p:nvPr/>
        </p:nvSpPr>
        <p:spPr>
          <a:xfrm>
            <a:off x="9675047" y="238124"/>
            <a:ext cx="2278827" cy="6391275"/>
          </a:xfrm>
          <a:prstGeom prst="rect">
            <a:avLst/>
          </a:prstGeom>
          <a:solidFill>
            <a:srgbClr val="FFE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urple and white logo&#10;&#10;AI-generated content may be incorrect.">
            <a:extLst>
              <a:ext uri="{FF2B5EF4-FFF2-40B4-BE49-F238E27FC236}">
                <a16:creationId xmlns:a16="http://schemas.microsoft.com/office/drawing/2014/main" id="{C86ECF28-5136-40A4-8009-8D6570B572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247" y="975599"/>
            <a:ext cx="1297455" cy="1297455"/>
          </a:xfrm>
          <a:prstGeom prst="rect">
            <a:avLst/>
          </a:prstGeom>
        </p:spPr>
      </p:pic>
      <p:pic>
        <p:nvPicPr>
          <p:cNvPr id="1028" name="Picture 4" descr="Đã tạo hình ảnh">
            <a:extLst>
              <a:ext uri="{FF2B5EF4-FFF2-40B4-BE49-F238E27FC236}">
                <a16:creationId xmlns:a16="http://schemas.microsoft.com/office/drawing/2014/main" id="{F4FB9EB7-FB72-7141-7FFD-15C489776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387" y="1144708"/>
            <a:ext cx="4530483" cy="453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5ADAC6D-8AC8-9AFC-CFB9-C767DDAA08C2}"/>
              </a:ext>
            </a:extLst>
          </p:cNvPr>
          <p:cNvSpPr txBox="1"/>
          <p:nvPr/>
        </p:nvSpPr>
        <p:spPr>
          <a:xfrm>
            <a:off x="596237" y="2515525"/>
            <a:ext cx="5226593" cy="412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vi-VN" sz="28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PROJECT REPORT 1</a:t>
            </a:r>
            <a:endParaRPr lang="en-US" sz="6600" kern="100" dirty="0">
              <a:solidFill>
                <a:srgbClr val="74209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1B9F1BE-2D7D-F6DB-9E45-075178C0C44B}"/>
              </a:ext>
            </a:extLst>
          </p:cNvPr>
          <p:cNvSpPr/>
          <p:nvPr/>
        </p:nvSpPr>
        <p:spPr>
          <a:xfrm>
            <a:off x="693269" y="2883616"/>
            <a:ext cx="4716931" cy="56433"/>
          </a:xfrm>
          <a:prstGeom prst="roundRect">
            <a:avLst>
              <a:gd name="adj" fmla="val 50000"/>
            </a:avLst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4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149BD-73E5-D691-B994-8AD598A7E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548EAF5-1EFF-5CE0-6E51-479F3FB67426}"/>
              </a:ext>
            </a:extLst>
          </p:cNvPr>
          <p:cNvSpPr/>
          <p:nvPr/>
        </p:nvSpPr>
        <p:spPr>
          <a:xfrm>
            <a:off x="0" y="7419683"/>
            <a:ext cx="12191999" cy="1190625"/>
          </a:xfrm>
          <a:prstGeom prst="rect">
            <a:avLst/>
          </a:prstGeom>
          <a:solidFill>
            <a:srgbClr val="FFC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7428C9-CE17-27F9-9BD5-6D869D2306CB}"/>
              </a:ext>
            </a:extLst>
          </p:cNvPr>
          <p:cNvSpPr/>
          <p:nvPr/>
        </p:nvSpPr>
        <p:spPr>
          <a:xfrm>
            <a:off x="14649448" y="10594"/>
            <a:ext cx="2505075" cy="6858000"/>
          </a:xfrm>
          <a:prstGeom prst="rect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EEE2BB-89B6-2F96-10DC-9156D435C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32" y="-1414533"/>
            <a:ext cx="2038635" cy="10002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CD4A78-3B16-3F48-B3AC-B25084A4CB13}"/>
              </a:ext>
            </a:extLst>
          </p:cNvPr>
          <p:cNvSpPr txBox="1"/>
          <p:nvPr/>
        </p:nvSpPr>
        <p:spPr>
          <a:xfrm>
            <a:off x="880840" y="438259"/>
            <a:ext cx="10430317" cy="709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  <a:spcAft>
                <a:spcPts val="800"/>
              </a:spcAft>
            </a:pP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 CHAT</a:t>
            </a:r>
            <a:r>
              <a:rPr lang="vi-VN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KIN-KEN</a:t>
            </a:r>
            <a:endParaRPr lang="en-US" sz="13800" kern="100" dirty="0">
              <a:solidFill>
                <a:srgbClr val="74209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91C1AB-338F-2CA1-94CD-BA9396AF9E0D}"/>
              </a:ext>
            </a:extLst>
          </p:cNvPr>
          <p:cNvGrpSpPr/>
          <p:nvPr/>
        </p:nvGrpSpPr>
        <p:grpSpPr>
          <a:xfrm>
            <a:off x="0" y="8869915"/>
            <a:ext cx="3228975" cy="461665"/>
            <a:chOff x="33337" y="5638863"/>
            <a:chExt cx="3228975" cy="461665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02AFC217-ED40-FDB0-FB0A-881DD5E32DF6}"/>
                </a:ext>
              </a:extLst>
            </p:cNvPr>
            <p:cNvSpPr/>
            <p:nvPr/>
          </p:nvSpPr>
          <p:spPr>
            <a:xfrm>
              <a:off x="33337" y="5649457"/>
              <a:ext cx="3228975" cy="440479"/>
            </a:xfrm>
            <a:prstGeom prst="homePlate">
              <a:avLst>
                <a:gd name="adj" fmla="val 39728"/>
              </a:avLst>
            </a:prstGeom>
            <a:solidFill>
              <a:srgbClr val="7420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BF4420-880A-CD70-F444-C89BB6299EF6}"/>
                </a:ext>
              </a:extLst>
            </p:cNvPr>
            <p:cNvSpPr txBox="1"/>
            <p:nvPr/>
          </p:nvSpPr>
          <p:spPr>
            <a:xfrm>
              <a:off x="33337" y="5638863"/>
              <a:ext cx="2266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lang="en-US" sz="2400" kern="100" dirty="0">
                  <a:solidFill>
                    <a:schemeClr val="bg1"/>
                  </a:solidFill>
                  <a:latin typeface="Eras Bold ITC" panose="020B09070305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Present by</a:t>
              </a:r>
              <a:endParaRPr lang="en-US" sz="6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5C5DD6B-60CA-A534-DDEF-8373CE758456}"/>
              </a:ext>
            </a:extLst>
          </p:cNvPr>
          <p:cNvSpPr txBox="1"/>
          <p:nvPr/>
        </p:nvSpPr>
        <p:spPr>
          <a:xfrm>
            <a:off x="693269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Trần V</a:t>
            </a: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ăn Bằng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24IT017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bangtv.24it@vku.udn.vn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6C19DF-0FDD-88D7-9CF7-AD53BADA79F7}"/>
              </a:ext>
            </a:extLst>
          </p:cNvPr>
          <p:cNvSpPr txBox="1"/>
          <p:nvPr/>
        </p:nvSpPr>
        <p:spPr>
          <a:xfrm>
            <a:off x="4054855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Đặng Văn Hậu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haudv.24it@vku.udn.vn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A099460A-677A-971F-6EAE-413B8FDE43E7}"/>
              </a:ext>
            </a:extLst>
          </p:cNvPr>
          <p:cNvSpPr/>
          <p:nvPr/>
        </p:nvSpPr>
        <p:spPr>
          <a:xfrm>
            <a:off x="3095921" y="8880507"/>
            <a:ext cx="342900" cy="440479"/>
          </a:xfrm>
          <a:prstGeom prst="chevron">
            <a:avLst>
              <a:gd name="adj" fmla="val 50695"/>
            </a:avLst>
          </a:prstGeom>
          <a:solidFill>
            <a:srgbClr val="8926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975BA06F-628A-F3CF-FC24-0D135E5D3840}"/>
              </a:ext>
            </a:extLst>
          </p:cNvPr>
          <p:cNvSpPr/>
          <p:nvPr/>
        </p:nvSpPr>
        <p:spPr>
          <a:xfrm>
            <a:off x="3323182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A83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25512F25-EB6A-9A17-201A-DBDA0E890BBA}"/>
              </a:ext>
            </a:extLst>
          </p:cNvPr>
          <p:cNvSpPr/>
          <p:nvPr/>
        </p:nvSpPr>
        <p:spPr>
          <a:xfrm>
            <a:off x="3569789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C575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CEB5AB-007B-8396-8382-2D8074F739ED}"/>
              </a:ext>
            </a:extLst>
          </p:cNvPr>
          <p:cNvSpPr/>
          <p:nvPr/>
        </p:nvSpPr>
        <p:spPr>
          <a:xfrm>
            <a:off x="12951125" y="233362"/>
            <a:ext cx="2278827" cy="6391275"/>
          </a:xfrm>
          <a:prstGeom prst="rect">
            <a:avLst/>
          </a:prstGeom>
          <a:solidFill>
            <a:srgbClr val="FFE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urple and white logo&#10;&#10;AI-generated content may be incorrect.">
            <a:extLst>
              <a:ext uri="{FF2B5EF4-FFF2-40B4-BE49-F238E27FC236}">
                <a16:creationId xmlns:a16="http://schemas.microsoft.com/office/drawing/2014/main" id="{655B4AA0-0503-E75A-7D71-FF419A635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0895" y="953741"/>
            <a:ext cx="1297455" cy="1297455"/>
          </a:xfrm>
          <a:prstGeom prst="rect">
            <a:avLst/>
          </a:prstGeom>
        </p:spPr>
      </p:pic>
      <p:pic>
        <p:nvPicPr>
          <p:cNvPr id="1028" name="Picture 4" descr="Đã tạo hình ảnh">
            <a:extLst>
              <a:ext uri="{FF2B5EF4-FFF2-40B4-BE49-F238E27FC236}">
                <a16:creationId xmlns:a16="http://schemas.microsoft.com/office/drawing/2014/main" id="{35A0FB1E-DCB3-99D6-1A0A-EB1CE5AA7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081" y="1142940"/>
            <a:ext cx="4530483" cy="453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87A9D52-6131-67F8-E2EB-B7B71C6AAE5A}"/>
              </a:ext>
            </a:extLst>
          </p:cNvPr>
          <p:cNvSpPr/>
          <p:nvPr/>
        </p:nvSpPr>
        <p:spPr>
          <a:xfrm>
            <a:off x="-4911624" y="2402975"/>
            <a:ext cx="4716931" cy="56433"/>
          </a:xfrm>
          <a:prstGeom prst="roundRect">
            <a:avLst>
              <a:gd name="adj" fmla="val 50000"/>
            </a:avLst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olorful logo with a black background&#10;&#10;AI-generated content may be incorrect.">
            <a:extLst>
              <a:ext uri="{FF2B5EF4-FFF2-40B4-BE49-F238E27FC236}">
                <a16:creationId xmlns:a16="http://schemas.microsoft.com/office/drawing/2014/main" id="{1668E4BD-128B-B934-DC4E-EDD0EC605C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0" y="43579"/>
            <a:ext cx="1583247" cy="920754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FC57C821-58BC-C22E-E795-EF2C9F333785}"/>
              </a:ext>
            </a:extLst>
          </p:cNvPr>
          <p:cNvSpPr/>
          <p:nvPr/>
        </p:nvSpPr>
        <p:spPr>
          <a:xfrm>
            <a:off x="3095586" y="2634110"/>
            <a:ext cx="6276513" cy="596302"/>
          </a:xfrm>
          <a:prstGeom prst="homePlate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AB3B4FB-365E-4B48-F83D-94BB91CA66EA}"/>
              </a:ext>
            </a:extLst>
          </p:cNvPr>
          <p:cNvSpPr/>
          <p:nvPr/>
        </p:nvSpPr>
        <p:spPr>
          <a:xfrm>
            <a:off x="3095586" y="3447702"/>
            <a:ext cx="6276513" cy="596302"/>
          </a:xfrm>
          <a:prstGeom prst="homePlate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A14633E-22AE-72FF-DD91-5D39A4335A4E}"/>
              </a:ext>
            </a:extLst>
          </p:cNvPr>
          <p:cNvSpPr/>
          <p:nvPr/>
        </p:nvSpPr>
        <p:spPr>
          <a:xfrm>
            <a:off x="3095586" y="4261296"/>
            <a:ext cx="6276513" cy="596302"/>
          </a:xfrm>
          <a:prstGeom prst="homePlate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2E0A8312-A581-728C-AC61-A2109044E3BE}"/>
              </a:ext>
            </a:extLst>
          </p:cNvPr>
          <p:cNvSpPr/>
          <p:nvPr/>
        </p:nvSpPr>
        <p:spPr>
          <a:xfrm>
            <a:off x="3095585" y="5074888"/>
            <a:ext cx="6276513" cy="596302"/>
          </a:xfrm>
          <a:prstGeom prst="homePlate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58696B9-DB46-C1A0-F3DC-1271E512A74A}"/>
              </a:ext>
            </a:extLst>
          </p:cNvPr>
          <p:cNvSpPr/>
          <p:nvPr/>
        </p:nvSpPr>
        <p:spPr>
          <a:xfrm>
            <a:off x="2806837" y="2643514"/>
            <a:ext cx="577496" cy="577496"/>
          </a:xfrm>
          <a:prstGeom prst="ellipse">
            <a:avLst/>
          </a:prstGeom>
          <a:solidFill>
            <a:srgbClr val="74209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9D0D0F4-85E7-7817-C8BC-4CE5EBA12C3D}"/>
              </a:ext>
            </a:extLst>
          </p:cNvPr>
          <p:cNvSpPr/>
          <p:nvPr/>
        </p:nvSpPr>
        <p:spPr>
          <a:xfrm>
            <a:off x="2806837" y="3457105"/>
            <a:ext cx="577496" cy="577496"/>
          </a:xfrm>
          <a:prstGeom prst="ellipse">
            <a:avLst/>
          </a:prstGeom>
          <a:solidFill>
            <a:srgbClr val="74209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BCD0CE-DF67-C165-14A2-7FD52A6EC97F}"/>
              </a:ext>
            </a:extLst>
          </p:cNvPr>
          <p:cNvSpPr/>
          <p:nvPr/>
        </p:nvSpPr>
        <p:spPr>
          <a:xfrm>
            <a:off x="2806837" y="4270699"/>
            <a:ext cx="577496" cy="577496"/>
          </a:xfrm>
          <a:prstGeom prst="ellipse">
            <a:avLst/>
          </a:prstGeom>
          <a:solidFill>
            <a:srgbClr val="74209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587159B-84B1-71EA-DB75-EBFDB6498ED6}"/>
              </a:ext>
            </a:extLst>
          </p:cNvPr>
          <p:cNvSpPr/>
          <p:nvPr/>
        </p:nvSpPr>
        <p:spPr>
          <a:xfrm>
            <a:off x="2806837" y="5084291"/>
            <a:ext cx="577496" cy="577496"/>
          </a:xfrm>
          <a:prstGeom prst="ellipse">
            <a:avLst/>
          </a:prstGeom>
          <a:solidFill>
            <a:srgbClr val="74209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800AE5-D7F3-3F26-B37D-2A2B0965507C}"/>
              </a:ext>
            </a:extLst>
          </p:cNvPr>
          <p:cNvSpPr txBox="1"/>
          <p:nvPr/>
        </p:nvSpPr>
        <p:spPr>
          <a:xfrm>
            <a:off x="2750494" y="2573638"/>
            <a:ext cx="694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vi-VN" sz="40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88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1EB5C6-FAE8-594A-E8B0-B9A960539756}"/>
              </a:ext>
            </a:extLst>
          </p:cNvPr>
          <p:cNvSpPr txBox="1"/>
          <p:nvPr/>
        </p:nvSpPr>
        <p:spPr>
          <a:xfrm>
            <a:off x="2750494" y="3391910"/>
            <a:ext cx="694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vi-VN" sz="40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88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1FD767-3462-BC18-5470-FF1DFFCDFFC9}"/>
              </a:ext>
            </a:extLst>
          </p:cNvPr>
          <p:cNvSpPr txBox="1"/>
          <p:nvPr/>
        </p:nvSpPr>
        <p:spPr>
          <a:xfrm>
            <a:off x="2750494" y="4203673"/>
            <a:ext cx="694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vi-VN" sz="40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US" sz="88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174229-3DF6-3F5B-AA63-4BC489BC20E4}"/>
              </a:ext>
            </a:extLst>
          </p:cNvPr>
          <p:cNvSpPr txBox="1"/>
          <p:nvPr/>
        </p:nvSpPr>
        <p:spPr>
          <a:xfrm>
            <a:off x="2750494" y="5019096"/>
            <a:ext cx="694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vi-VN" sz="40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US" sz="88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31CDE1-AE9B-5084-F7EF-4E8D710DB6AC}"/>
              </a:ext>
            </a:extLst>
          </p:cNvPr>
          <p:cNvSpPr txBox="1"/>
          <p:nvPr/>
        </p:nvSpPr>
        <p:spPr>
          <a:xfrm>
            <a:off x="3569789" y="2605999"/>
            <a:ext cx="508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vi-VN" sz="36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80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EBF76E-9682-C617-5176-E5415DB1F815}"/>
              </a:ext>
            </a:extLst>
          </p:cNvPr>
          <p:cNvSpPr txBox="1"/>
          <p:nvPr/>
        </p:nvSpPr>
        <p:spPr>
          <a:xfrm>
            <a:off x="3569789" y="3425732"/>
            <a:ext cx="508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vi-VN" sz="36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Overview Research</a:t>
            </a:r>
            <a:endParaRPr lang="en-US" sz="80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D15B14-0688-F653-F053-2D9629C43027}"/>
              </a:ext>
            </a:extLst>
          </p:cNvPr>
          <p:cNvSpPr txBox="1"/>
          <p:nvPr/>
        </p:nvSpPr>
        <p:spPr>
          <a:xfrm>
            <a:off x="3569789" y="4235392"/>
            <a:ext cx="6309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vi-VN" sz="36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design analysis</a:t>
            </a:r>
            <a:endParaRPr lang="en-US" sz="80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0902A0-6241-B280-CA7E-AF86ACB3FA52}"/>
              </a:ext>
            </a:extLst>
          </p:cNvPr>
          <p:cNvSpPr txBox="1"/>
          <p:nvPr/>
        </p:nvSpPr>
        <p:spPr>
          <a:xfrm>
            <a:off x="3569788" y="5049554"/>
            <a:ext cx="6309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vi-VN" sz="36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Detail</a:t>
            </a:r>
            <a:endParaRPr lang="en-US" sz="80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31E89C0C-885A-6E49-8EF2-05A629F820FA}"/>
              </a:ext>
            </a:extLst>
          </p:cNvPr>
          <p:cNvSpPr/>
          <p:nvPr/>
        </p:nvSpPr>
        <p:spPr>
          <a:xfrm>
            <a:off x="3095585" y="5873018"/>
            <a:ext cx="6276513" cy="596302"/>
          </a:xfrm>
          <a:prstGeom prst="homePlate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FC086D4-FC3D-F742-3935-993226CCEED7}"/>
              </a:ext>
            </a:extLst>
          </p:cNvPr>
          <p:cNvSpPr/>
          <p:nvPr/>
        </p:nvSpPr>
        <p:spPr>
          <a:xfrm>
            <a:off x="2806837" y="5882421"/>
            <a:ext cx="577496" cy="577496"/>
          </a:xfrm>
          <a:prstGeom prst="ellipse">
            <a:avLst/>
          </a:prstGeom>
          <a:solidFill>
            <a:srgbClr val="74209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962C90-5475-A0FF-305C-70B70248E6A2}"/>
              </a:ext>
            </a:extLst>
          </p:cNvPr>
          <p:cNvSpPr txBox="1"/>
          <p:nvPr/>
        </p:nvSpPr>
        <p:spPr>
          <a:xfrm>
            <a:off x="2750494" y="5817226"/>
            <a:ext cx="694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vi-VN" sz="4000" kern="100" dirty="0">
                <a:solidFill>
                  <a:srgbClr val="FFE3B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US" sz="88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61F9E0-A7B5-52E6-63C5-C2C592DCE50E}"/>
              </a:ext>
            </a:extLst>
          </p:cNvPr>
          <p:cNvSpPr txBox="1"/>
          <p:nvPr/>
        </p:nvSpPr>
        <p:spPr>
          <a:xfrm>
            <a:off x="3569788" y="5847684"/>
            <a:ext cx="6309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vi-VN" sz="36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US" sz="80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021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F578C-F920-094B-C887-8D1809F6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2FBA0AB-163B-7BD8-E8BD-A049437C887E}"/>
              </a:ext>
            </a:extLst>
          </p:cNvPr>
          <p:cNvSpPr/>
          <p:nvPr/>
        </p:nvSpPr>
        <p:spPr>
          <a:xfrm>
            <a:off x="0" y="7419683"/>
            <a:ext cx="12191999" cy="1190625"/>
          </a:xfrm>
          <a:prstGeom prst="rect">
            <a:avLst/>
          </a:prstGeom>
          <a:solidFill>
            <a:srgbClr val="FFC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84E9C-BF75-F85A-0B8E-3E7247394E6B}"/>
              </a:ext>
            </a:extLst>
          </p:cNvPr>
          <p:cNvSpPr/>
          <p:nvPr/>
        </p:nvSpPr>
        <p:spPr>
          <a:xfrm>
            <a:off x="14649448" y="10594"/>
            <a:ext cx="2505075" cy="6858000"/>
          </a:xfrm>
          <a:prstGeom prst="rect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BB30FB-FAF6-436F-49E0-57037CB94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32" y="-1414533"/>
            <a:ext cx="2038635" cy="100026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FCDC2FE-430E-0145-9178-CB87FB90FBFD}"/>
              </a:ext>
            </a:extLst>
          </p:cNvPr>
          <p:cNvGrpSpPr/>
          <p:nvPr/>
        </p:nvGrpSpPr>
        <p:grpSpPr>
          <a:xfrm>
            <a:off x="0" y="8869915"/>
            <a:ext cx="3228975" cy="461665"/>
            <a:chOff x="33337" y="5638863"/>
            <a:chExt cx="3228975" cy="461665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E48EF60A-3FBB-16AD-9E75-FCE35CF5E7F5}"/>
                </a:ext>
              </a:extLst>
            </p:cNvPr>
            <p:cNvSpPr/>
            <p:nvPr/>
          </p:nvSpPr>
          <p:spPr>
            <a:xfrm>
              <a:off x="33337" y="5649457"/>
              <a:ext cx="3228975" cy="440479"/>
            </a:xfrm>
            <a:prstGeom prst="homePlate">
              <a:avLst>
                <a:gd name="adj" fmla="val 39728"/>
              </a:avLst>
            </a:prstGeom>
            <a:solidFill>
              <a:srgbClr val="7420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8AD7FD-2FF3-FC4C-9971-FBD05C013DDA}"/>
                </a:ext>
              </a:extLst>
            </p:cNvPr>
            <p:cNvSpPr txBox="1"/>
            <p:nvPr/>
          </p:nvSpPr>
          <p:spPr>
            <a:xfrm>
              <a:off x="33337" y="5638863"/>
              <a:ext cx="2266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lang="en-US" sz="2400" kern="100" dirty="0">
                  <a:solidFill>
                    <a:schemeClr val="bg1"/>
                  </a:solidFill>
                  <a:latin typeface="Eras Bold ITC" panose="020B09070305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Present by</a:t>
              </a:r>
              <a:endParaRPr lang="en-US" sz="6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26F16CF-A35A-F6E6-BB91-E70D7778D978}"/>
              </a:ext>
            </a:extLst>
          </p:cNvPr>
          <p:cNvSpPr txBox="1"/>
          <p:nvPr/>
        </p:nvSpPr>
        <p:spPr>
          <a:xfrm>
            <a:off x="693269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Trần V</a:t>
            </a: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ăn Bằng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24IT017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bangtv.24it@vku.udn.vn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12BE7E-5271-15A7-7B3E-500D52634CCE}"/>
              </a:ext>
            </a:extLst>
          </p:cNvPr>
          <p:cNvSpPr txBox="1"/>
          <p:nvPr/>
        </p:nvSpPr>
        <p:spPr>
          <a:xfrm>
            <a:off x="4054855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Đặng Văn Hậu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haudv.24it@vku.udn.vn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EB539075-77E0-4481-48D6-606BA5298BCE}"/>
              </a:ext>
            </a:extLst>
          </p:cNvPr>
          <p:cNvSpPr/>
          <p:nvPr/>
        </p:nvSpPr>
        <p:spPr>
          <a:xfrm>
            <a:off x="3095921" y="8880507"/>
            <a:ext cx="342900" cy="440479"/>
          </a:xfrm>
          <a:prstGeom prst="chevron">
            <a:avLst>
              <a:gd name="adj" fmla="val 50695"/>
            </a:avLst>
          </a:prstGeom>
          <a:solidFill>
            <a:srgbClr val="8926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79FB16C3-A357-C4EC-F8EC-F1C24E43A1B0}"/>
              </a:ext>
            </a:extLst>
          </p:cNvPr>
          <p:cNvSpPr/>
          <p:nvPr/>
        </p:nvSpPr>
        <p:spPr>
          <a:xfrm>
            <a:off x="3323182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A83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8299F7FB-77A5-B2FC-6D53-336E57D14344}"/>
              </a:ext>
            </a:extLst>
          </p:cNvPr>
          <p:cNvSpPr/>
          <p:nvPr/>
        </p:nvSpPr>
        <p:spPr>
          <a:xfrm>
            <a:off x="3569789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C575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02A267-B2A4-E905-0FC1-B15CFB19F776}"/>
              </a:ext>
            </a:extLst>
          </p:cNvPr>
          <p:cNvSpPr/>
          <p:nvPr/>
        </p:nvSpPr>
        <p:spPr>
          <a:xfrm>
            <a:off x="12951125" y="233362"/>
            <a:ext cx="2278827" cy="6391275"/>
          </a:xfrm>
          <a:prstGeom prst="rect">
            <a:avLst/>
          </a:prstGeom>
          <a:solidFill>
            <a:srgbClr val="FFE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urple and white logo&#10;&#10;AI-generated content may be incorrect.">
            <a:extLst>
              <a:ext uri="{FF2B5EF4-FFF2-40B4-BE49-F238E27FC236}">
                <a16:creationId xmlns:a16="http://schemas.microsoft.com/office/drawing/2014/main" id="{94335708-99F4-440F-C934-CE5AA8977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0895" y="953741"/>
            <a:ext cx="1297455" cy="1297455"/>
          </a:xfrm>
          <a:prstGeom prst="rect">
            <a:avLst/>
          </a:prstGeom>
        </p:spPr>
      </p:pic>
      <p:pic>
        <p:nvPicPr>
          <p:cNvPr id="1028" name="Picture 4" descr="Đã tạo hình ảnh">
            <a:extLst>
              <a:ext uri="{FF2B5EF4-FFF2-40B4-BE49-F238E27FC236}">
                <a16:creationId xmlns:a16="http://schemas.microsoft.com/office/drawing/2014/main" id="{FD1433A3-FB88-7ABA-F5A6-3DF25B503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081" y="1142940"/>
            <a:ext cx="4530483" cy="453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FD985F6-C0D0-FC5C-7854-2330F29ECA07}"/>
              </a:ext>
            </a:extLst>
          </p:cNvPr>
          <p:cNvSpPr/>
          <p:nvPr/>
        </p:nvSpPr>
        <p:spPr>
          <a:xfrm>
            <a:off x="-4911624" y="2402975"/>
            <a:ext cx="4716931" cy="56433"/>
          </a:xfrm>
          <a:prstGeom prst="roundRect">
            <a:avLst>
              <a:gd name="adj" fmla="val 50000"/>
            </a:avLst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olorful logo with a black background&#10;&#10;AI-generated content may be incorrect.">
            <a:extLst>
              <a:ext uri="{FF2B5EF4-FFF2-40B4-BE49-F238E27FC236}">
                <a16:creationId xmlns:a16="http://schemas.microsoft.com/office/drawing/2014/main" id="{68772B7F-FFAC-269A-D1A1-BFBA259F8E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0" y="43579"/>
            <a:ext cx="1583247" cy="920754"/>
          </a:xfrm>
          <a:prstGeom prst="rect">
            <a:avLst/>
          </a:prstGeom>
        </p:spPr>
      </p:pic>
      <p:sp>
        <p:nvSpPr>
          <p:cNvPr id="3" name="Arrow: Pentagon 2">
            <a:extLst>
              <a:ext uri="{FF2B5EF4-FFF2-40B4-BE49-F238E27FC236}">
                <a16:creationId xmlns:a16="http://schemas.microsoft.com/office/drawing/2014/main" id="{05148CB7-C1E9-F1DA-C68D-1A3EE497E121}"/>
              </a:ext>
            </a:extLst>
          </p:cNvPr>
          <p:cNvSpPr/>
          <p:nvPr/>
        </p:nvSpPr>
        <p:spPr>
          <a:xfrm>
            <a:off x="424484" y="1035399"/>
            <a:ext cx="6276513" cy="596302"/>
          </a:xfrm>
          <a:prstGeom prst="homePlate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E3D871-31D6-93F1-B4EF-5590461650A4}"/>
              </a:ext>
            </a:extLst>
          </p:cNvPr>
          <p:cNvSpPr/>
          <p:nvPr/>
        </p:nvSpPr>
        <p:spPr>
          <a:xfrm>
            <a:off x="135735" y="1044803"/>
            <a:ext cx="577496" cy="577496"/>
          </a:xfrm>
          <a:prstGeom prst="ellipse">
            <a:avLst/>
          </a:prstGeom>
          <a:solidFill>
            <a:srgbClr val="74209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9A5F5-CB71-148D-1B8E-5ABD528CCF72}"/>
              </a:ext>
            </a:extLst>
          </p:cNvPr>
          <p:cNvSpPr txBox="1"/>
          <p:nvPr/>
        </p:nvSpPr>
        <p:spPr>
          <a:xfrm>
            <a:off x="79392" y="974927"/>
            <a:ext cx="694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vi-VN" sz="40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88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F2590-9742-75F1-000D-E79966B3B4F0}"/>
              </a:ext>
            </a:extLst>
          </p:cNvPr>
          <p:cNvSpPr txBox="1"/>
          <p:nvPr/>
        </p:nvSpPr>
        <p:spPr>
          <a:xfrm>
            <a:off x="898687" y="1007288"/>
            <a:ext cx="508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vi-VN" sz="36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80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97757E-E243-279E-601A-6F19EEA7C451}"/>
              </a:ext>
            </a:extLst>
          </p:cNvPr>
          <p:cNvSpPr txBox="1"/>
          <p:nvPr/>
        </p:nvSpPr>
        <p:spPr>
          <a:xfrm>
            <a:off x="880840" y="248838"/>
            <a:ext cx="10430317" cy="709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  <a:spcAft>
                <a:spcPts val="800"/>
              </a:spcAft>
            </a:pP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 CHAT</a:t>
            </a:r>
            <a:r>
              <a:rPr lang="vi-VN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KIN-KEN</a:t>
            </a:r>
            <a:endParaRPr lang="en-US" sz="13800" kern="100" dirty="0">
              <a:solidFill>
                <a:srgbClr val="74209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132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CD310-F185-1399-3C1F-3FA2A526C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189F2C4-424D-1E72-199E-35238A777FD2}"/>
              </a:ext>
            </a:extLst>
          </p:cNvPr>
          <p:cNvSpPr/>
          <p:nvPr/>
        </p:nvSpPr>
        <p:spPr>
          <a:xfrm>
            <a:off x="0" y="7419683"/>
            <a:ext cx="12191999" cy="1190625"/>
          </a:xfrm>
          <a:prstGeom prst="rect">
            <a:avLst/>
          </a:prstGeom>
          <a:solidFill>
            <a:srgbClr val="FFC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53586B-466D-57CF-79DB-02FEE7217E9F}"/>
              </a:ext>
            </a:extLst>
          </p:cNvPr>
          <p:cNvSpPr/>
          <p:nvPr/>
        </p:nvSpPr>
        <p:spPr>
          <a:xfrm>
            <a:off x="14649448" y="10594"/>
            <a:ext cx="2505075" cy="6858000"/>
          </a:xfrm>
          <a:prstGeom prst="rect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D041A3-8B5E-5CDC-738A-6C89827DD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32" y="-1414533"/>
            <a:ext cx="2038635" cy="100026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EB1F49C-A00B-E2C2-655A-FFB6A21374B1}"/>
              </a:ext>
            </a:extLst>
          </p:cNvPr>
          <p:cNvGrpSpPr/>
          <p:nvPr/>
        </p:nvGrpSpPr>
        <p:grpSpPr>
          <a:xfrm>
            <a:off x="0" y="8869915"/>
            <a:ext cx="3228975" cy="461665"/>
            <a:chOff x="33337" y="5638863"/>
            <a:chExt cx="3228975" cy="461665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11958723-3D06-EE1A-C477-DE9E262B219E}"/>
                </a:ext>
              </a:extLst>
            </p:cNvPr>
            <p:cNvSpPr/>
            <p:nvPr/>
          </p:nvSpPr>
          <p:spPr>
            <a:xfrm>
              <a:off x="33337" y="5649457"/>
              <a:ext cx="3228975" cy="440479"/>
            </a:xfrm>
            <a:prstGeom prst="homePlate">
              <a:avLst>
                <a:gd name="adj" fmla="val 39728"/>
              </a:avLst>
            </a:prstGeom>
            <a:solidFill>
              <a:srgbClr val="7420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11B38A7-10E9-CCB1-ADA2-4ADC74875BA7}"/>
                </a:ext>
              </a:extLst>
            </p:cNvPr>
            <p:cNvSpPr txBox="1"/>
            <p:nvPr/>
          </p:nvSpPr>
          <p:spPr>
            <a:xfrm>
              <a:off x="33337" y="5638863"/>
              <a:ext cx="2266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lang="en-US" sz="2400" kern="100" dirty="0">
                  <a:solidFill>
                    <a:schemeClr val="bg1"/>
                  </a:solidFill>
                  <a:latin typeface="Eras Bold ITC" panose="020B09070305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Present by</a:t>
              </a:r>
              <a:endParaRPr lang="en-US" sz="6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6BF890B-3D9F-BB4F-FAAB-A5FB7B91FC9B}"/>
              </a:ext>
            </a:extLst>
          </p:cNvPr>
          <p:cNvSpPr txBox="1"/>
          <p:nvPr/>
        </p:nvSpPr>
        <p:spPr>
          <a:xfrm>
            <a:off x="693269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Trần V</a:t>
            </a: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ăn Bằng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24IT017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bangtv.24it@vku.udn.vn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E98770-3601-1B40-EEE6-8D335D435B9B}"/>
              </a:ext>
            </a:extLst>
          </p:cNvPr>
          <p:cNvSpPr txBox="1"/>
          <p:nvPr/>
        </p:nvSpPr>
        <p:spPr>
          <a:xfrm>
            <a:off x="4054855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Đặng Văn Hậu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haudv.24it@vku.udn.vn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F9D8337A-8E08-D506-A334-599F3809A3D8}"/>
              </a:ext>
            </a:extLst>
          </p:cNvPr>
          <p:cNvSpPr/>
          <p:nvPr/>
        </p:nvSpPr>
        <p:spPr>
          <a:xfrm>
            <a:off x="3095921" y="8880507"/>
            <a:ext cx="342900" cy="440479"/>
          </a:xfrm>
          <a:prstGeom prst="chevron">
            <a:avLst>
              <a:gd name="adj" fmla="val 50695"/>
            </a:avLst>
          </a:prstGeom>
          <a:solidFill>
            <a:srgbClr val="8926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3066B5EE-5241-F53B-E641-2271DA910DF7}"/>
              </a:ext>
            </a:extLst>
          </p:cNvPr>
          <p:cNvSpPr/>
          <p:nvPr/>
        </p:nvSpPr>
        <p:spPr>
          <a:xfrm>
            <a:off x="3323182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A83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0B2091C3-D4AC-D2E4-1B1E-15E2A6317065}"/>
              </a:ext>
            </a:extLst>
          </p:cNvPr>
          <p:cNvSpPr/>
          <p:nvPr/>
        </p:nvSpPr>
        <p:spPr>
          <a:xfrm>
            <a:off x="3569789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C575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F65853-BFD4-F93D-969E-4C313B2BECDA}"/>
              </a:ext>
            </a:extLst>
          </p:cNvPr>
          <p:cNvSpPr/>
          <p:nvPr/>
        </p:nvSpPr>
        <p:spPr>
          <a:xfrm>
            <a:off x="12951125" y="233362"/>
            <a:ext cx="2278827" cy="6391275"/>
          </a:xfrm>
          <a:prstGeom prst="rect">
            <a:avLst/>
          </a:prstGeom>
          <a:solidFill>
            <a:srgbClr val="FFE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urple and white logo&#10;&#10;AI-generated content may be incorrect.">
            <a:extLst>
              <a:ext uri="{FF2B5EF4-FFF2-40B4-BE49-F238E27FC236}">
                <a16:creationId xmlns:a16="http://schemas.microsoft.com/office/drawing/2014/main" id="{DA711A5A-732D-8B48-5A3F-BB788FEC4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0895" y="953741"/>
            <a:ext cx="1297455" cy="1297455"/>
          </a:xfrm>
          <a:prstGeom prst="rect">
            <a:avLst/>
          </a:prstGeom>
        </p:spPr>
      </p:pic>
      <p:pic>
        <p:nvPicPr>
          <p:cNvPr id="1028" name="Picture 4" descr="Đã tạo hình ảnh">
            <a:extLst>
              <a:ext uri="{FF2B5EF4-FFF2-40B4-BE49-F238E27FC236}">
                <a16:creationId xmlns:a16="http://schemas.microsoft.com/office/drawing/2014/main" id="{5E410F5B-C2AA-83FE-9B4F-3E4530DBE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081" y="1142940"/>
            <a:ext cx="4530483" cy="453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46A70C9-D553-7510-4A9A-2E4699A2E849}"/>
              </a:ext>
            </a:extLst>
          </p:cNvPr>
          <p:cNvSpPr/>
          <p:nvPr/>
        </p:nvSpPr>
        <p:spPr>
          <a:xfrm>
            <a:off x="-4911624" y="2402975"/>
            <a:ext cx="4716931" cy="56433"/>
          </a:xfrm>
          <a:prstGeom prst="roundRect">
            <a:avLst>
              <a:gd name="adj" fmla="val 50000"/>
            </a:avLst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olorful logo with a black background&#10;&#10;AI-generated content may be incorrect.">
            <a:extLst>
              <a:ext uri="{FF2B5EF4-FFF2-40B4-BE49-F238E27FC236}">
                <a16:creationId xmlns:a16="http://schemas.microsoft.com/office/drawing/2014/main" id="{FD279445-35AE-B9BA-9DF1-C905307E6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0" y="43579"/>
            <a:ext cx="1583247" cy="920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20BFB8-019B-9541-B3E7-D9B66EF33AF2}"/>
              </a:ext>
            </a:extLst>
          </p:cNvPr>
          <p:cNvSpPr txBox="1"/>
          <p:nvPr/>
        </p:nvSpPr>
        <p:spPr>
          <a:xfrm>
            <a:off x="880840" y="248838"/>
            <a:ext cx="10430317" cy="709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  <a:spcAft>
                <a:spcPts val="800"/>
              </a:spcAft>
            </a:pP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 CHAT</a:t>
            </a:r>
            <a:r>
              <a:rPr lang="vi-VN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KIN-KEN</a:t>
            </a:r>
            <a:endParaRPr lang="en-US" sz="13800" kern="100" dirty="0">
              <a:solidFill>
                <a:srgbClr val="74209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27A7A7F-A5B8-6C36-2569-E56F30AC086A}"/>
              </a:ext>
            </a:extLst>
          </p:cNvPr>
          <p:cNvSpPr/>
          <p:nvPr/>
        </p:nvSpPr>
        <p:spPr>
          <a:xfrm>
            <a:off x="480827" y="1037199"/>
            <a:ext cx="6276513" cy="596302"/>
          </a:xfrm>
          <a:prstGeom prst="homePlate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D6C7A9-E0A8-1764-0477-E1E5C52EE56C}"/>
              </a:ext>
            </a:extLst>
          </p:cNvPr>
          <p:cNvSpPr/>
          <p:nvPr/>
        </p:nvSpPr>
        <p:spPr>
          <a:xfrm>
            <a:off x="192078" y="1046602"/>
            <a:ext cx="577496" cy="577496"/>
          </a:xfrm>
          <a:prstGeom prst="ellipse">
            <a:avLst/>
          </a:prstGeom>
          <a:solidFill>
            <a:srgbClr val="74209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BE1850-D2C8-22E2-C469-3BC4B0A80E04}"/>
              </a:ext>
            </a:extLst>
          </p:cNvPr>
          <p:cNvSpPr txBox="1"/>
          <p:nvPr/>
        </p:nvSpPr>
        <p:spPr>
          <a:xfrm>
            <a:off x="135735" y="981407"/>
            <a:ext cx="694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vi-VN" sz="40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88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C4B621-7607-62BE-7B17-36F9CE9721BF}"/>
              </a:ext>
            </a:extLst>
          </p:cNvPr>
          <p:cNvSpPr txBox="1"/>
          <p:nvPr/>
        </p:nvSpPr>
        <p:spPr>
          <a:xfrm>
            <a:off x="955030" y="1015229"/>
            <a:ext cx="508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vi-VN" sz="36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Overview Research</a:t>
            </a:r>
            <a:endParaRPr lang="en-US" sz="80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992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D43B1-993C-8E71-A6CF-E2A5E7E9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786DB81-4BDC-C0A9-D29F-2E1B35B156CC}"/>
              </a:ext>
            </a:extLst>
          </p:cNvPr>
          <p:cNvSpPr/>
          <p:nvPr/>
        </p:nvSpPr>
        <p:spPr>
          <a:xfrm>
            <a:off x="0" y="7419683"/>
            <a:ext cx="12191999" cy="1190625"/>
          </a:xfrm>
          <a:prstGeom prst="rect">
            <a:avLst/>
          </a:prstGeom>
          <a:solidFill>
            <a:srgbClr val="FFC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5C849-63ED-960F-B1BA-2ECEF3A1C68B}"/>
              </a:ext>
            </a:extLst>
          </p:cNvPr>
          <p:cNvSpPr/>
          <p:nvPr/>
        </p:nvSpPr>
        <p:spPr>
          <a:xfrm>
            <a:off x="14649448" y="10594"/>
            <a:ext cx="2505075" cy="6858000"/>
          </a:xfrm>
          <a:prstGeom prst="rect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041751-5F55-9F10-10E9-E2CBB9343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32" y="-1414533"/>
            <a:ext cx="2038635" cy="100026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A66B2FC-6431-0F8B-846B-B171CA966005}"/>
              </a:ext>
            </a:extLst>
          </p:cNvPr>
          <p:cNvGrpSpPr/>
          <p:nvPr/>
        </p:nvGrpSpPr>
        <p:grpSpPr>
          <a:xfrm>
            <a:off x="0" y="8869915"/>
            <a:ext cx="3228975" cy="461665"/>
            <a:chOff x="33337" y="5638863"/>
            <a:chExt cx="3228975" cy="461665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BF9AB3B3-9B9A-6442-3859-F001BE9B802A}"/>
                </a:ext>
              </a:extLst>
            </p:cNvPr>
            <p:cNvSpPr/>
            <p:nvPr/>
          </p:nvSpPr>
          <p:spPr>
            <a:xfrm>
              <a:off x="33337" y="5649457"/>
              <a:ext cx="3228975" cy="440479"/>
            </a:xfrm>
            <a:prstGeom prst="homePlate">
              <a:avLst>
                <a:gd name="adj" fmla="val 39728"/>
              </a:avLst>
            </a:prstGeom>
            <a:solidFill>
              <a:srgbClr val="7420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D5A267-6518-1C40-3ADD-38542668623B}"/>
                </a:ext>
              </a:extLst>
            </p:cNvPr>
            <p:cNvSpPr txBox="1"/>
            <p:nvPr/>
          </p:nvSpPr>
          <p:spPr>
            <a:xfrm>
              <a:off x="33337" y="5638863"/>
              <a:ext cx="2266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lang="en-US" sz="2400" kern="100" dirty="0">
                  <a:solidFill>
                    <a:schemeClr val="bg1"/>
                  </a:solidFill>
                  <a:latin typeface="Eras Bold ITC" panose="020B09070305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Present by</a:t>
              </a:r>
              <a:endParaRPr lang="en-US" sz="6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84C6559-34F3-C165-4213-0B8ADC8BAB4A}"/>
              </a:ext>
            </a:extLst>
          </p:cNvPr>
          <p:cNvSpPr txBox="1"/>
          <p:nvPr/>
        </p:nvSpPr>
        <p:spPr>
          <a:xfrm>
            <a:off x="693269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Trần V</a:t>
            </a: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ăn Bằng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24IT017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bangtv.24it@vku.udn.vn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BA80D4-21F1-C110-C65D-CE434BD4BE61}"/>
              </a:ext>
            </a:extLst>
          </p:cNvPr>
          <p:cNvSpPr txBox="1"/>
          <p:nvPr/>
        </p:nvSpPr>
        <p:spPr>
          <a:xfrm>
            <a:off x="4054855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Đặng Văn Hậu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haudv.24it@vku.udn.vn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B0E6D951-AB7A-E867-A63F-ADF13B4D48A4}"/>
              </a:ext>
            </a:extLst>
          </p:cNvPr>
          <p:cNvSpPr/>
          <p:nvPr/>
        </p:nvSpPr>
        <p:spPr>
          <a:xfrm>
            <a:off x="3095921" y="8880507"/>
            <a:ext cx="342900" cy="440479"/>
          </a:xfrm>
          <a:prstGeom prst="chevron">
            <a:avLst>
              <a:gd name="adj" fmla="val 50695"/>
            </a:avLst>
          </a:prstGeom>
          <a:solidFill>
            <a:srgbClr val="8926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1354320E-5DCE-0734-F80A-AB2CE9E8896A}"/>
              </a:ext>
            </a:extLst>
          </p:cNvPr>
          <p:cNvSpPr/>
          <p:nvPr/>
        </p:nvSpPr>
        <p:spPr>
          <a:xfrm>
            <a:off x="3323182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A83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1280B124-1EF5-ACC6-2045-85CB85B7BE21}"/>
              </a:ext>
            </a:extLst>
          </p:cNvPr>
          <p:cNvSpPr/>
          <p:nvPr/>
        </p:nvSpPr>
        <p:spPr>
          <a:xfrm>
            <a:off x="3569789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C575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952469-8BB9-D8F9-ECBC-DF082CFB64C2}"/>
              </a:ext>
            </a:extLst>
          </p:cNvPr>
          <p:cNvSpPr/>
          <p:nvPr/>
        </p:nvSpPr>
        <p:spPr>
          <a:xfrm>
            <a:off x="12951125" y="233362"/>
            <a:ext cx="2278827" cy="6391275"/>
          </a:xfrm>
          <a:prstGeom prst="rect">
            <a:avLst/>
          </a:prstGeom>
          <a:solidFill>
            <a:srgbClr val="FFE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urple and white logo&#10;&#10;AI-generated content may be incorrect.">
            <a:extLst>
              <a:ext uri="{FF2B5EF4-FFF2-40B4-BE49-F238E27FC236}">
                <a16:creationId xmlns:a16="http://schemas.microsoft.com/office/drawing/2014/main" id="{88DD0F0D-3A5B-4360-9C64-CB303762A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0895" y="953741"/>
            <a:ext cx="1297455" cy="1297455"/>
          </a:xfrm>
          <a:prstGeom prst="rect">
            <a:avLst/>
          </a:prstGeom>
        </p:spPr>
      </p:pic>
      <p:pic>
        <p:nvPicPr>
          <p:cNvPr id="1028" name="Picture 4" descr="Đã tạo hình ảnh">
            <a:extLst>
              <a:ext uri="{FF2B5EF4-FFF2-40B4-BE49-F238E27FC236}">
                <a16:creationId xmlns:a16="http://schemas.microsoft.com/office/drawing/2014/main" id="{100FE596-3AF6-9763-94AF-FCE422983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081" y="1142940"/>
            <a:ext cx="4530483" cy="453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7FC7FC5-C06E-A6EB-D71F-C6E0BC04FE62}"/>
              </a:ext>
            </a:extLst>
          </p:cNvPr>
          <p:cNvSpPr/>
          <p:nvPr/>
        </p:nvSpPr>
        <p:spPr>
          <a:xfrm>
            <a:off x="-4911624" y="2402975"/>
            <a:ext cx="4716931" cy="56433"/>
          </a:xfrm>
          <a:prstGeom prst="roundRect">
            <a:avLst>
              <a:gd name="adj" fmla="val 50000"/>
            </a:avLst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olorful logo with a black background&#10;&#10;AI-generated content may be incorrect.">
            <a:extLst>
              <a:ext uri="{FF2B5EF4-FFF2-40B4-BE49-F238E27FC236}">
                <a16:creationId xmlns:a16="http://schemas.microsoft.com/office/drawing/2014/main" id="{14100A0B-05C2-ABC0-5F6E-64BFF8DA5A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0" y="43579"/>
            <a:ext cx="1583247" cy="920754"/>
          </a:xfrm>
          <a:prstGeom prst="rect">
            <a:avLst/>
          </a:prstGeom>
        </p:spPr>
      </p:pic>
      <p:sp>
        <p:nvSpPr>
          <p:cNvPr id="3" name="Arrow: Pentagon 2">
            <a:extLst>
              <a:ext uri="{FF2B5EF4-FFF2-40B4-BE49-F238E27FC236}">
                <a16:creationId xmlns:a16="http://schemas.microsoft.com/office/drawing/2014/main" id="{4FBFF744-37D9-B90C-D758-33C1CDCB9550}"/>
              </a:ext>
            </a:extLst>
          </p:cNvPr>
          <p:cNvSpPr/>
          <p:nvPr/>
        </p:nvSpPr>
        <p:spPr>
          <a:xfrm>
            <a:off x="424484" y="1035399"/>
            <a:ext cx="6276513" cy="596302"/>
          </a:xfrm>
          <a:prstGeom prst="homePlate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056F8D4-1241-D13D-503D-C02480618D6C}"/>
              </a:ext>
            </a:extLst>
          </p:cNvPr>
          <p:cNvSpPr/>
          <p:nvPr/>
        </p:nvSpPr>
        <p:spPr>
          <a:xfrm>
            <a:off x="135735" y="1044803"/>
            <a:ext cx="577496" cy="577496"/>
          </a:xfrm>
          <a:prstGeom prst="ellipse">
            <a:avLst/>
          </a:prstGeom>
          <a:solidFill>
            <a:srgbClr val="74209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5F375-226E-B9E3-8408-832F4C1CF1E3}"/>
              </a:ext>
            </a:extLst>
          </p:cNvPr>
          <p:cNvSpPr txBox="1"/>
          <p:nvPr/>
        </p:nvSpPr>
        <p:spPr>
          <a:xfrm>
            <a:off x="79392" y="974927"/>
            <a:ext cx="694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vi-VN" sz="40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US" sz="88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31F79-D381-FBA3-C0ED-22D76A2DFD59}"/>
              </a:ext>
            </a:extLst>
          </p:cNvPr>
          <p:cNvSpPr txBox="1"/>
          <p:nvPr/>
        </p:nvSpPr>
        <p:spPr>
          <a:xfrm>
            <a:off x="898687" y="1007288"/>
            <a:ext cx="6064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vi-VN" sz="36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design analysis</a:t>
            </a:r>
            <a:endParaRPr lang="en-US" sz="80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7B62C-7533-7E55-58BC-9412E4343F49}"/>
              </a:ext>
            </a:extLst>
          </p:cNvPr>
          <p:cNvSpPr txBox="1"/>
          <p:nvPr/>
        </p:nvSpPr>
        <p:spPr>
          <a:xfrm>
            <a:off x="880840" y="248838"/>
            <a:ext cx="10430317" cy="709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  <a:spcAft>
                <a:spcPts val="800"/>
              </a:spcAft>
            </a:pP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 CHAT</a:t>
            </a:r>
            <a:r>
              <a:rPr lang="vi-VN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KIN-KEN</a:t>
            </a:r>
            <a:endParaRPr lang="en-US" sz="13800" kern="100" dirty="0">
              <a:solidFill>
                <a:srgbClr val="74209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130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46928-1F1E-3232-9AC9-4A2D229D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06B8453-D6A7-CD1E-A179-427135F2ABDA}"/>
              </a:ext>
            </a:extLst>
          </p:cNvPr>
          <p:cNvSpPr/>
          <p:nvPr/>
        </p:nvSpPr>
        <p:spPr>
          <a:xfrm>
            <a:off x="0" y="7419683"/>
            <a:ext cx="12191999" cy="1190625"/>
          </a:xfrm>
          <a:prstGeom prst="rect">
            <a:avLst/>
          </a:prstGeom>
          <a:solidFill>
            <a:srgbClr val="FFC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2C620A-C659-394E-FFCA-2021B4AD1D77}"/>
              </a:ext>
            </a:extLst>
          </p:cNvPr>
          <p:cNvSpPr/>
          <p:nvPr/>
        </p:nvSpPr>
        <p:spPr>
          <a:xfrm>
            <a:off x="14649448" y="10594"/>
            <a:ext cx="2505075" cy="6858000"/>
          </a:xfrm>
          <a:prstGeom prst="rect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629ECE-A0EC-42E6-8B09-E1D3D26C1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32" y="-1414533"/>
            <a:ext cx="2038635" cy="100026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B5A9EA1-998F-112F-A513-A329D40DEFE3}"/>
              </a:ext>
            </a:extLst>
          </p:cNvPr>
          <p:cNvGrpSpPr/>
          <p:nvPr/>
        </p:nvGrpSpPr>
        <p:grpSpPr>
          <a:xfrm>
            <a:off x="0" y="8869915"/>
            <a:ext cx="3228975" cy="461665"/>
            <a:chOff x="33337" y="5638863"/>
            <a:chExt cx="3228975" cy="461665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C7F7640B-5F40-47E7-11C4-265350B6EF6B}"/>
                </a:ext>
              </a:extLst>
            </p:cNvPr>
            <p:cNvSpPr/>
            <p:nvPr/>
          </p:nvSpPr>
          <p:spPr>
            <a:xfrm>
              <a:off x="33337" y="5649457"/>
              <a:ext cx="3228975" cy="440479"/>
            </a:xfrm>
            <a:prstGeom prst="homePlate">
              <a:avLst>
                <a:gd name="adj" fmla="val 39728"/>
              </a:avLst>
            </a:prstGeom>
            <a:solidFill>
              <a:srgbClr val="7420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130542-4978-68F9-82D4-43815D0AEBD7}"/>
                </a:ext>
              </a:extLst>
            </p:cNvPr>
            <p:cNvSpPr txBox="1"/>
            <p:nvPr/>
          </p:nvSpPr>
          <p:spPr>
            <a:xfrm>
              <a:off x="33337" y="5638863"/>
              <a:ext cx="2266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lang="en-US" sz="2400" kern="100" dirty="0">
                  <a:solidFill>
                    <a:schemeClr val="bg1"/>
                  </a:solidFill>
                  <a:latin typeface="Eras Bold ITC" panose="020B09070305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Present by</a:t>
              </a:r>
              <a:endParaRPr lang="en-US" sz="6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EAA10F8-5DA8-CB2E-2560-D8819CAC39ED}"/>
              </a:ext>
            </a:extLst>
          </p:cNvPr>
          <p:cNvSpPr txBox="1"/>
          <p:nvPr/>
        </p:nvSpPr>
        <p:spPr>
          <a:xfrm>
            <a:off x="693269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Trần V</a:t>
            </a: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ăn Bằng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24IT017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bangtv.24it@vku.udn.vn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63B4F8-6F58-6451-A2D8-5E478B1376EB}"/>
              </a:ext>
            </a:extLst>
          </p:cNvPr>
          <p:cNvSpPr txBox="1"/>
          <p:nvPr/>
        </p:nvSpPr>
        <p:spPr>
          <a:xfrm>
            <a:off x="4054855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Đặng Văn Hậu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haudv.24it@vku.udn.vn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D3CB02D3-EE92-7ED5-AA26-2668736D7173}"/>
              </a:ext>
            </a:extLst>
          </p:cNvPr>
          <p:cNvSpPr/>
          <p:nvPr/>
        </p:nvSpPr>
        <p:spPr>
          <a:xfrm>
            <a:off x="3095921" y="8880507"/>
            <a:ext cx="342900" cy="440479"/>
          </a:xfrm>
          <a:prstGeom prst="chevron">
            <a:avLst>
              <a:gd name="adj" fmla="val 50695"/>
            </a:avLst>
          </a:prstGeom>
          <a:solidFill>
            <a:srgbClr val="8926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4B696210-9842-309E-2928-7E6F477B430B}"/>
              </a:ext>
            </a:extLst>
          </p:cNvPr>
          <p:cNvSpPr/>
          <p:nvPr/>
        </p:nvSpPr>
        <p:spPr>
          <a:xfrm>
            <a:off x="3323182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A83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365CBD50-5EEF-A3A4-F696-83781165142C}"/>
              </a:ext>
            </a:extLst>
          </p:cNvPr>
          <p:cNvSpPr/>
          <p:nvPr/>
        </p:nvSpPr>
        <p:spPr>
          <a:xfrm>
            <a:off x="3569789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C575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F99935-F040-E500-B609-9A811D32DD52}"/>
              </a:ext>
            </a:extLst>
          </p:cNvPr>
          <p:cNvSpPr/>
          <p:nvPr/>
        </p:nvSpPr>
        <p:spPr>
          <a:xfrm>
            <a:off x="12951125" y="233362"/>
            <a:ext cx="2278827" cy="6391275"/>
          </a:xfrm>
          <a:prstGeom prst="rect">
            <a:avLst/>
          </a:prstGeom>
          <a:solidFill>
            <a:srgbClr val="FFE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urple and white logo&#10;&#10;AI-generated content may be incorrect.">
            <a:extLst>
              <a:ext uri="{FF2B5EF4-FFF2-40B4-BE49-F238E27FC236}">
                <a16:creationId xmlns:a16="http://schemas.microsoft.com/office/drawing/2014/main" id="{5CAC33E0-5DCE-FBB9-7C20-A7799CF27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0895" y="953741"/>
            <a:ext cx="1297455" cy="1297455"/>
          </a:xfrm>
          <a:prstGeom prst="rect">
            <a:avLst/>
          </a:prstGeom>
        </p:spPr>
      </p:pic>
      <p:pic>
        <p:nvPicPr>
          <p:cNvPr id="1028" name="Picture 4" descr="Đã tạo hình ảnh">
            <a:extLst>
              <a:ext uri="{FF2B5EF4-FFF2-40B4-BE49-F238E27FC236}">
                <a16:creationId xmlns:a16="http://schemas.microsoft.com/office/drawing/2014/main" id="{B11AD8BF-E932-16F7-429B-B694030FA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081" y="1142940"/>
            <a:ext cx="4530483" cy="453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A96268D-6D41-D590-3379-2DB2B8F723BD}"/>
              </a:ext>
            </a:extLst>
          </p:cNvPr>
          <p:cNvSpPr/>
          <p:nvPr/>
        </p:nvSpPr>
        <p:spPr>
          <a:xfrm>
            <a:off x="-4911624" y="2402975"/>
            <a:ext cx="4716931" cy="56433"/>
          </a:xfrm>
          <a:prstGeom prst="roundRect">
            <a:avLst>
              <a:gd name="adj" fmla="val 50000"/>
            </a:avLst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olorful logo with a black background&#10;&#10;AI-generated content may be incorrect.">
            <a:extLst>
              <a:ext uri="{FF2B5EF4-FFF2-40B4-BE49-F238E27FC236}">
                <a16:creationId xmlns:a16="http://schemas.microsoft.com/office/drawing/2014/main" id="{0977204F-E9B9-9F0A-645A-819843976B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0" y="43579"/>
            <a:ext cx="1583247" cy="920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D2FE23-7D14-B1BA-3785-BAE1E72BF045}"/>
              </a:ext>
            </a:extLst>
          </p:cNvPr>
          <p:cNvSpPr txBox="1"/>
          <p:nvPr/>
        </p:nvSpPr>
        <p:spPr>
          <a:xfrm>
            <a:off x="880840" y="248838"/>
            <a:ext cx="10430317" cy="709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  <a:spcAft>
                <a:spcPts val="800"/>
              </a:spcAft>
            </a:pP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 CHAT</a:t>
            </a:r>
            <a:r>
              <a:rPr lang="vi-VN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KIN-KEN</a:t>
            </a:r>
            <a:endParaRPr lang="en-US" sz="13800" kern="100" dirty="0">
              <a:solidFill>
                <a:srgbClr val="74209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BC0ED92C-2B86-897D-D8E6-4B2F3E0E5369}"/>
              </a:ext>
            </a:extLst>
          </p:cNvPr>
          <p:cNvSpPr/>
          <p:nvPr/>
        </p:nvSpPr>
        <p:spPr>
          <a:xfrm>
            <a:off x="480827" y="1037199"/>
            <a:ext cx="6276513" cy="596302"/>
          </a:xfrm>
          <a:prstGeom prst="homePlate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BC9EEA-D8F7-EE20-2522-89A3316E73B3}"/>
              </a:ext>
            </a:extLst>
          </p:cNvPr>
          <p:cNvSpPr/>
          <p:nvPr/>
        </p:nvSpPr>
        <p:spPr>
          <a:xfrm>
            <a:off x="192078" y="1046602"/>
            <a:ext cx="577496" cy="577496"/>
          </a:xfrm>
          <a:prstGeom prst="ellipse">
            <a:avLst/>
          </a:prstGeom>
          <a:solidFill>
            <a:srgbClr val="74209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280C3-025E-8EA3-C165-83B69E5EEC41}"/>
              </a:ext>
            </a:extLst>
          </p:cNvPr>
          <p:cNvSpPr txBox="1"/>
          <p:nvPr/>
        </p:nvSpPr>
        <p:spPr>
          <a:xfrm>
            <a:off x="135735" y="981407"/>
            <a:ext cx="694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vi-VN" sz="40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US" sz="88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9D483A-C19F-4EB3-B754-42ECB5C207A4}"/>
              </a:ext>
            </a:extLst>
          </p:cNvPr>
          <p:cNvSpPr txBox="1"/>
          <p:nvPr/>
        </p:nvSpPr>
        <p:spPr>
          <a:xfrm>
            <a:off x="955030" y="1015229"/>
            <a:ext cx="508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vi-VN" sz="36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Detail</a:t>
            </a:r>
            <a:endParaRPr lang="en-US" sz="80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596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8FE8FA-A80C-FE8A-9EB4-BF49B3E6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8CB051D-CF28-12F0-8127-C971D9C8C635}"/>
              </a:ext>
            </a:extLst>
          </p:cNvPr>
          <p:cNvSpPr/>
          <p:nvPr/>
        </p:nvSpPr>
        <p:spPr>
          <a:xfrm>
            <a:off x="0" y="7419683"/>
            <a:ext cx="12191999" cy="1190625"/>
          </a:xfrm>
          <a:prstGeom prst="rect">
            <a:avLst/>
          </a:prstGeom>
          <a:solidFill>
            <a:srgbClr val="FFC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F4FA8A-A24B-D69B-F691-32FDD0A0BE88}"/>
              </a:ext>
            </a:extLst>
          </p:cNvPr>
          <p:cNvSpPr/>
          <p:nvPr/>
        </p:nvSpPr>
        <p:spPr>
          <a:xfrm>
            <a:off x="14649448" y="10594"/>
            <a:ext cx="2505075" cy="6858000"/>
          </a:xfrm>
          <a:prstGeom prst="rect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3B61DB-96CE-30F5-0BC6-BA2A1AFDD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32" y="-1414533"/>
            <a:ext cx="2038635" cy="100026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9D971A8-3EDD-4AC4-8354-7E2AE6969E4A}"/>
              </a:ext>
            </a:extLst>
          </p:cNvPr>
          <p:cNvGrpSpPr/>
          <p:nvPr/>
        </p:nvGrpSpPr>
        <p:grpSpPr>
          <a:xfrm>
            <a:off x="0" y="8869915"/>
            <a:ext cx="3228975" cy="461665"/>
            <a:chOff x="33337" y="5638863"/>
            <a:chExt cx="3228975" cy="461665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4F767B70-5766-F9C6-3C19-1C17A1934658}"/>
                </a:ext>
              </a:extLst>
            </p:cNvPr>
            <p:cNvSpPr/>
            <p:nvPr/>
          </p:nvSpPr>
          <p:spPr>
            <a:xfrm>
              <a:off x="33337" y="5649457"/>
              <a:ext cx="3228975" cy="440479"/>
            </a:xfrm>
            <a:prstGeom prst="homePlate">
              <a:avLst>
                <a:gd name="adj" fmla="val 39728"/>
              </a:avLst>
            </a:prstGeom>
            <a:solidFill>
              <a:srgbClr val="7420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9E2625E-2207-03FF-C781-75CC161FA401}"/>
                </a:ext>
              </a:extLst>
            </p:cNvPr>
            <p:cNvSpPr txBox="1"/>
            <p:nvPr/>
          </p:nvSpPr>
          <p:spPr>
            <a:xfrm>
              <a:off x="33337" y="5638863"/>
              <a:ext cx="2266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lang="en-US" sz="2400" kern="100" dirty="0">
                  <a:solidFill>
                    <a:schemeClr val="bg1"/>
                  </a:solidFill>
                  <a:latin typeface="Eras Bold ITC" panose="020B09070305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Present by</a:t>
              </a:r>
              <a:endParaRPr lang="en-US" sz="6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4293C46-4D8C-9604-88D7-1D643D1C48A2}"/>
              </a:ext>
            </a:extLst>
          </p:cNvPr>
          <p:cNvSpPr txBox="1"/>
          <p:nvPr/>
        </p:nvSpPr>
        <p:spPr>
          <a:xfrm>
            <a:off x="693269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Trần V</a:t>
            </a: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ăn Bằng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24IT017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bangtv.24it@vku.udn.vn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DE519A-63A7-EB20-C5C9-3C1BCEBF9CDE}"/>
              </a:ext>
            </a:extLst>
          </p:cNvPr>
          <p:cNvSpPr txBox="1"/>
          <p:nvPr/>
        </p:nvSpPr>
        <p:spPr>
          <a:xfrm>
            <a:off x="4054855" y="7679290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Đặng Văn Hậu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haudv.24it@vku.udn.vn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43DE3B06-8E96-E656-C8E5-81610665BF74}"/>
              </a:ext>
            </a:extLst>
          </p:cNvPr>
          <p:cNvSpPr/>
          <p:nvPr/>
        </p:nvSpPr>
        <p:spPr>
          <a:xfrm>
            <a:off x="3095921" y="8880507"/>
            <a:ext cx="342900" cy="440479"/>
          </a:xfrm>
          <a:prstGeom prst="chevron">
            <a:avLst>
              <a:gd name="adj" fmla="val 50695"/>
            </a:avLst>
          </a:prstGeom>
          <a:solidFill>
            <a:srgbClr val="8926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69589A5D-D815-419F-70A1-F2D2C4DA6BFE}"/>
              </a:ext>
            </a:extLst>
          </p:cNvPr>
          <p:cNvSpPr/>
          <p:nvPr/>
        </p:nvSpPr>
        <p:spPr>
          <a:xfrm>
            <a:off x="3323182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A83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F7817810-B852-DD87-0EBB-BADD969375CA}"/>
              </a:ext>
            </a:extLst>
          </p:cNvPr>
          <p:cNvSpPr/>
          <p:nvPr/>
        </p:nvSpPr>
        <p:spPr>
          <a:xfrm>
            <a:off x="3569789" y="8880505"/>
            <a:ext cx="342900" cy="440479"/>
          </a:xfrm>
          <a:prstGeom prst="chevron">
            <a:avLst>
              <a:gd name="adj" fmla="val 50695"/>
            </a:avLst>
          </a:prstGeom>
          <a:solidFill>
            <a:srgbClr val="C575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72B892-0148-F8C0-180B-D1C731972F31}"/>
              </a:ext>
            </a:extLst>
          </p:cNvPr>
          <p:cNvSpPr/>
          <p:nvPr/>
        </p:nvSpPr>
        <p:spPr>
          <a:xfrm>
            <a:off x="12951125" y="233362"/>
            <a:ext cx="2278827" cy="6391275"/>
          </a:xfrm>
          <a:prstGeom prst="rect">
            <a:avLst/>
          </a:prstGeom>
          <a:solidFill>
            <a:srgbClr val="FFE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urple and white logo&#10;&#10;AI-generated content may be incorrect.">
            <a:extLst>
              <a:ext uri="{FF2B5EF4-FFF2-40B4-BE49-F238E27FC236}">
                <a16:creationId xmlns:a16="http://schemas.microsoft.com/office/drawing/2014/main" id="{75BD1A23-0DC4-289E-7BF8-5CDCFCDBF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0895" y="953741"/>
            <a:ext cx="1297455" cy="1297455"/>
          </a:xfrm>
          <a:prstGeom prst="rect">
            <a:avLst/>
          </a:prstGeom>
        </p:spPr>
      </p:pic>
      <p:pic>
        <p:nvPicPr>
          <p:cNvPr id="1028" name="Picture 4" descr="Đã tạo hình ảnh">
            <a:extLst>
              <a:ext uri="{FF2B5EF4-FFF2-40B4-BE49-F238E27FC236}">
                <a16:creationId xmlns:a16="http://schemas.microsoft.com/office/drawing/2014/main" id="{8883F436-1FEC-261E-2602-CACAA89B6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081" y="1142940"/>
            <a:ext cx="4530483" cy="453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899770-6285-0635-A428-A3AD00C6CA4B}"/>
              </a:ext>
            </a:extLst>
          </p:cNvPr>
          <p:cNvSpPr/>
          <p:nvPr/>
        </p:nvSpPr>
        <p:spPr>
          <a:xfrm>
            <a:off x="-4911624" y="2402975"/>
            <a:ext cx="4716931" cy="56433"/>
          </a:xfrm>
          <a:prstGeom prst="roundRect">
            <a:avLst>
              <a:gd name="adj" fmla="val 50000"/>
            </a:avLst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olorful logo with a black background&#10;&#10;AI-generated content may be incorrect.">
            <a:extLst>
              <a:ext uri="{FF2B5EF4-FFF2-40B4-BE49-F238E27FC236}">
                <a16:creationId xmlns:a16="http://schemas.microsoft.com/office/drawing/2014/main" id="{67BC040C-EC31-6A7E-1BF6-B674BA7EB1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0" y="43579"/>
            <a:ext cx="1583247" cy="920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A7632B-3C36-D881-3662-311F1E715A28}"/>
              </a:ext>
            </a:extLst>
          </p:cNvPr>
          <p:cNvSpPr txBox="1"/>
          <p:nvPr/>
        </p:nvSpPr>
        <p:spPr>
          <a:xfrm>
            <a:off x="880840" y="248838"/>
            <a:ext cx="10430317" cy="709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  <a:spcAft>
                <a:spcPts val="800"/>
              </a:spcAft>
            </a:pP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 CHAT</a:t>
            </a:r>
            <a:r>
              <a:rPr lang="vi-VN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kern="100" dirty="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KIN-KEN</a:t>
            </a:r>
            <a:endParaRPr lang="en-US" sz="13800" kern="100" dirty="0">
              <a:solidFill>
                <a:srgbClr val="74209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85B1A757-55CF-FD46-3652-090469B16686}"/>
              </a:ext>
            </a:extLst>
          </p:cNvPr>
          <p:cNvSpPr/>
          <p:nvPr/>
        </p:nvSpPr>
        <p:spPr>
          <a:xfrm>
            <a:off x="480827" y="1037199"/>
            <a:ext cx="6276513" cy="596302"/>
          </a:xfrm>
          <a:prstGeom prst="homePlate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6AA891C-DD91-3519-B6B2-555CD2BA5E70}"/>
              </a:ext>
            </a:extLst>
          </p:cNvPr>
          <p:cNvSpPr/>
          <p:nvPr/>
        </p:nvSpPr>
        <p:spPr>
          <a:xfrm>
            <a:off x="192078" y="1046602"/>
            <a:ext cx="577496" cy="577496"/>
          </a:xfrm>
          <a:prstGeom prst="ellipse">
            <a:avLst/>
          </a:prstGeom>
          <a:solidFill>
            <a:srgbClr val="74209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ABCFE-DA25-E1E5-99C8-06078D492287}"/>
              </a:ext>
            </a:extLst>
          </p:cNvPr>
          <p:cNvSpPr txBox="1"/>
          <p:nvPr/>
        </p:nvSpPr>
        <p:spPr>
          <a:xfrm>
            <a:off x="135735" y="981407"/>
            <a:ext cx="694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vi-VN" sz="40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US" sz="88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4E51C7-B568-CEE3-A1ED-CEDC46113A78}"/>
              </a:ext>
            </a:extLst>
          </p:cNvPr>
          <p:cNvSpPr txBox="1"/>
          <p:nvPr/>
        </p:nvSpPr>
        <p:spPr>
          <a:xfrm>
            <a:off x="955030" y="1015229"/>
            <a:ext cx="508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vi-VN" sz="3600" kern="100" dirty="0">
                <a:solidFill>
                  <a:srgbClr val="FFE3B3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US" sz="8000" kern="100" dirty="0">
              <a:solidFill>
                <a:srgbClr val="FFE3B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5368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BF702-279D-5C3E-30DE-C387F196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042EF32-07AE-FD80-7B4C-C56F62C24E7F}"/>
              </a:ext>
            </a:extLst>
          </p:cNvPr>
          <p:cNvSpPr/>
          <p:nvPr/>
        </p:nvSpPr>
        <p:spPr>
          <a:xfrm>
            <a:off x="0" y="5732950"/>
            <a:ext cx="12191999" cy="1190625"/>
          </a:xfrm>
          <a:prstGeom prst="rect">
            <a:avLst/>
          </a:prstGeom>
          <a:solidFill>
            <a:srgbClr val="FFC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97292F-F29C-C7D3-8BB6-7973FB34E4FD}"/>
              </a:ext>
            </a:extLst>
          </p:cNvPr>
          <p:cNvSpPr/>
          <p:nvPr/>
        </p:nvSpPr>
        <p:spPr>
          <a:xfrm>
            <a:off x="14649448" y="10594"/>
            <a:ext cx="2505075" cy="6858000"/>
          </a:xfrm>
          <a:prstGeom prst="rect">
            <a:avLst/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66969B-647D-2718-C17B-645EE1F5A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32" y="-1414533"/>
            <a:ext cx="2038635" cy="100026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FACFA6E-447B-B23C-354E-4EE6352EC6CB}"/>
              </a:ext>
            </a:extLst>
          </p:cNvPr>
          <p:cNvGrpSpPr/>
          <p:nvPr/>
        </p:nvGrpSpPr>
        <p:grpSpPr>
          <a:xfrm>
            <a:off x="0" y="5505492"/>
            <a:ext cx="3228975" cy="461665"/>
            <a:chOff x="33337" y="5638863"/>
            <a:chExt cx="3228975" cy="461665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E93FBCFB-9D48-6CC8-6EB2-49AD1CF25C58}"/>
                </a:ext>
              </a:extLst>
            </p:cNvPr>
            <p:cNvSpPr/>
            <p:nvPr/>
          </p:nvSpPr>
          <p:spPr>
            <a:xfrm>
              <a:off x="33337" y="5649457"/>
              <a:ext cx="3228975" cy="440479"/>
            </a:xfrm>
            <a:prstGeom prst="homePlate">
              <a:avLst>
                <a:gd name="adj" fmla="val 39728"/>
              </a:avLst>
            </a:prstGeom>
            <a:solidFill>
              <a:srgbClr val="7420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250B59-5B3C-087E-28EE-731166EDE369}"/>
                </a:ext>
              </a:extLst>
            </p:cNvPr>
            <p:cNvSpPr txBox="1"/>
            <p:nvPr/>
          </p:nvSpPr>
          <p:spPr>
            <a:xfrm>
              <a:off x="33337" y="5638863"/>
              <a:ext cx="2266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lang="en-US" sz="2400" kern="100" dirty="0">
                  <a:solidFill>
                    <a:schemeClr val="bg1"/>
                  </a:solidFill>
                  <a:latin typeface="Eras Bold ITC" panose="020B09070305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Present by</a:t>
              </a:r>
              <a:endParaRPr lang="en-US" sz="6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B5E72C8-3C86-49C0-1E39-3105FD581050}"/>
              </a:ext>
            </a:extLst>
          </p:cNvPr>
          <p:cNvSpPr txBox="1"/>
          <p:nvPr/>
        </p:nvSpPr>
        <p:spPr>
          <a:xfrm>
            <a:off x="693269" y="5992557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Trần V</a:t>
            </a: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ăn Bằng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24IT017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bangtv.24it@vku.udn.vn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57FD60-C145-70C9-BEC8-0AC9531E075C}"/>
              </a:ext>
            </a:extLst>
          </p:cNvPr>
          <p:cNvSpPr txBox="1"/>
          <p:nvPr/>
        </p:nvSpPr>
        <p:spPr>
          <a:xfrm>
            <a:off x="4054855" y="5992557"/>
            <a:ext cx="2733675" cy="9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Đặng Văn Hậu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24IT</a:t>
            </a: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74209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haudv.24it@vku.udn.vn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E1987621-FDAA-D82E-B5DC-69EDF8C8AA31}"/>
              </a:ext>
            </a:extLst>
          </p:cNvPr>
          <p:cNvSpPr/>
          <p:nvPr/>
        </p:nvSpPr>
        <p:spPr>
          <a:xfrm>
            <a:off x="3095921" y="5516084"/>
            <a:ext cx="342900" cy="440479"/>
          </a:xfrm>
          <a:prstGeom prst="chevron">
            <a:avLst>
              <a:gd name="adj" fmla="val 50695"/>
            </a:avLst>
          </a:prstGeom>
          <a:solidFill>
            <a:srgbClr val="8926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552B1778-2309-EA8C-80C1-7914042B828F}"/>
              </a:ext>
            </a:extLst>
          </p:cNvPr>
          <p:cNvSpPr/>
          <p:nvPr/>
        </p:nvSpPr>
        <p:spPr>
          <a:xfrm>
            <a:off x="3323182" y="5516082"/>
            <a:ext cx="342900" cy="440479"/>
          </a:xfrm>
          <a:prstGeom prst="chevron">
            <a:avLst>
              <a:gd name="adj" fmla="val 50695"/>
            </a:avLst>
          </a:prstGeom>
          <a:solidFill>
            <a:srgbClr val="A83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FB625246-2DC8-2964-E5F7-C49AE1F79575}"/>
              </a:ext>
            </a:extLst>
          </p:cNvPr>
          <p:cNvSpPr/>
          <p:nvPr/>
        </p:nvSpPr>
        <p:spPr>
          <a:xfrm>
            <a:off x="3569789" y="5516082"/>
            <a:ext cx="342900" cy="440479"/>
          </a:xfrm>
          <a:prstGeom prst="chevron">
            <a:avLst>
              <a:gd name="adj" fmla="val 50695"/>
            </a:avLst>
          </a:prstGeom>
          <a:solidFill>
            <a:srgbClr val="C575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739A79-F409-3BEF-D6B9-DC1BF7464923}"/>
              </a:ext>
            </a:extLst>
          </p:cNvPr>
          <p:cNvSpPr/>
          <p:nvPr/>
        </p:nvSpPr>
        <p:spPr>
          <a:xfrm>
            <a:off x="12951125" y="233362"/>
            <a:ext cx="2278827" cy="6391275"/>
          </a:xfrm>
          <a:prstGeom prst="rect">
            <a:avLst/>
          </a:prstGeom>
          <a:solidFill>
            <a:srgbClr val="FFE3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urple and white logo&#10;&#10;AI-generated content may be incorrect.">
            <a:extLst>
              <a:ext uri="{FF2B5EF4-FFF2-40B4-BE49-F238E27FC236}">
                <a16:creationId xmlns:a16="http://schemas.microsoft.com/office/drawing/2014/main" id="{CDA09DF3-5C73-BB41-268E-FF8E6D7D5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0895" y="953741"/>
            <a:ext cx="1297455" cy="1297455"/>
          </a:xfrm>
          <a:prstGeom prst="rect">
            <a:avLst/>
          </a:prstGeom>
        </p:spPr>
      </p:pic>
      <p:pic>
        <p:nvPicPr>
          <p:cNvPr id="1028" name="Picture 4" descr="Đã tạo hình ảnh">
            <a:extLst>
              <a:ext uri="{FF2B5EF4-FFF2-40B4-BE49-F238E27FC236}">
                <a16:creationId xmlns:a16="http://schemas.microsoft.com/office/drawing/2014/main" id="{767CBEF5-AF70-BB66-63AE-7C75A3972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081" y="1142940"/>
            <a:ext cx="4530483" cy="453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EE8F704-868B-C957-E574-BA79DCDAA6B5}"/>
              </a:ext>
            </a:extLst>
          </p:cNvPr>
          <p:cNvSpPr/>
          <p:nvPr/>
        </p:nvSpPr>
        <p:spPr>
          <a:xfrm>
            <a:off x="-4911624" y="2402975"/>
            <a:ext cx="4716931" cy="56433"/>
          </a:xfrm>
          <a:prstGeom prst="roundRect">
            <a:avLst>
              <a:gd name="adj" fmla="val 50000"/>
            </a:avLst>
          </a:prstGeom>
          <a:solidFill>
            <a:srgbClr val="742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olorful logo with a black background&#10;&#10;AI-generated content may be incorrect.">
            <a:extLst>
              <a:ext uri="{FF2B5EF4-FFF2-40B4-BE49-F238E27FC236}">
                <a16:creationId xmlns:a16="http://schemas.microsoft.com/office/drawing/2014/main" id="{88A66CFB-91D6-6D96-3FC2-EEBEB13B7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0" y="43579"/>
            <a:ext cx="1583247" cy="920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046710-5D31-25C3-F6BE-8F483C2117D6}"/>
              </a:ext>
            </a:extLst>
          </p:cNvPr>
          <p:cNvSpPr txBox="1"/>
          <p:nvPr/>
        </p:nvSpPr>
        <p:spPr>
          <a:xfrm>
            <a:off x="317048" y="2251196"/>
            <a:ext cx="11557902" cy="1554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  <a:spcAft>
                <a:spcPts val="800"/>
              </a:spcAft>
            </a:pPr>
            <a:r>
              <a:rPr lang="vi-VN" sz="12800" kern="10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 YOU</a:t>
            </a:r>
            <a:endParaRPr lang="en-US" sz="12800" kern="100" dirty="0">
              <a:solidFill>
                <a:srgbClr val="74209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C49958-0097-3682-0B64-F6028D798EB2}"/>
              </a:ext>
            </a:extLst>
          </p:cNvPr>
          <p:cNvSpPr txBox="1"/>
          <p:nvPr/>
        </p:nvSpPr>
        <p:spPr>
          <a:xfrm>
            <a:off x="317049" y="3917855"/>
            <a:ext cx="11557902" cy="77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  <a:spcAft>
                <a:spcPts val="800"/>
              </a:spcAft>
            </a:pPr>
            <a:r>
              <a:rPr lang="vi-VN" sz="6000" kern="100">
                <a:solidFill>
                  <a:srgbClr val="742092"/>
                </a:solidFill>
                <a:latin typeface="Eras Bold ITC" panose="020B0907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your listening</a:t>
            </a:r>
            <a:endParaRPr lang="en-US" sz="6000" kern="100" dirty="0">
              <a:solidFill>
                <a:srgbClr val="74209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5734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281</Words>
  <Application>Microsoft Office PowerPoint</Application>
  <PresentationFormat>Widescreen</PresentationFormat>
  <Paragraphs>88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Eras Bold ITC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Bằng Trần Văn</dc:creator>
  <cp:lastModifiedBy>Bằng Trần Văn</cp:lastModifiedBy>
  <cp:revision>2</cp:revision>
  <dcterms:created xsi:type="dcterms:W3CDTF">2025-05-28T08:27:44Z</dcterms:created>
  <dcterms:modified xsi:type="dcterms:W3CDTF">2025-05-29T15:36:40Z</dcterms:modified>
</cp:coreProperties>
</file>